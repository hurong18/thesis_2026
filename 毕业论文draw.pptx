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1392"/>
    <p:restoredTop sz="94687"/>
  </p:normalViewPr>
  <p:slideViewPr>
    <p:cSldViewPr snapToGrid="0">
      <p:cViewPr varScale="1">
        <p:scale>
          <a:sx n="91" d="100"/>
          <a:sy n="91" d="100"/>
        </p:scale>
        <p:origin x="192" y="6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slide" Target="slides/slide2.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07424E2-87B6-B75E-F21D-E994D2018001}"/>
              </a:ext>
            </a:extLst>
          </p:cNvPr>
          <p:cNvSpPr>
            <a:spLocks noGrp="1"/>
          </p:cNvSpPr>
          <p:nvPr>
            <p:ph type="ctrTitle"/>
          </p:nvPr>
        </p:nvSpPr>
        <p:spPr>
          <a:xfrm>
            <a:off x="1524000" y="1122363"/>
            <a:ext cx="9144000" cy="2387600"/>
          </a:xfrm>
        </p:spPr>
        <p:txBody>
          <a:bodyPr anchor="b"/>
          <a:lstStyle>
            <a:lvl1pPr algn="ctr">
              <a:defRPr sz="6000"/>
            </a:lvl1pPr>
          </a:lstStyle>
          <a:p>
            <a:r>
              <a:rPr kumimoji="1" lang="zh-CN" altLang="en-US"/>
              <a:t>单击此处编辑母版标题样式</a:t>
            </a:r>
          </a:p>
        </p:txBody>
      </p:sp>
      <p:sp>
        <p:nvSpPr>
          <p:cNvPr id="3" name="副标题 2">
            <a:extLst>
              <a:ext uri="{FF2B5EF4-FFF2-40B4-BE49-F238E27FC236}">
                <a16:creationId xmlns:a16="http://schemas.microsoft.com/office/drawing/2014/main" id="{50D10395-1172-E301-DE1F-1368FAC7D05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zh-CN" altLang="en-US"/>
              <a:t>单击此处编辑母版副标题样式</a:t>
            </a:r>
          </a:p>
        </p:txBody>
      </p:sp>
      <p:sp>
        <p:nvSpPr>
          <p:cNvPr id="4" name="日期占位符 3">
            <a:extLst>
              <a:ext uri="{FF2B5EF4-FFF2-40B4-BE49-F238E27FC236}">
                <a16:creationId xmlns:a16="http://schemas.microsoft.com/office/drawing/2014/main" id="{2B279914-D978-DD8E-1C2F-27D4BD33A11D}"/>
              </a:ext>
            </a:extLst>
          </p:cNvPr>
          <p:cNvSpPr>
            <a:spLocks noGrp="1"/>
          </p:cNvSpPr>
          <p:nvPr>
            <p:ph type="dt" sz="half" idx="10"/>
          </p:nvPr>
        </p:nvSpPr>
        <p:spPr/>
        <p:txBody>
          <a:bodyPr/>
          <a:lstStyle/>
          <a:p>
            <a:fld id="{74ADC0D0-B9B3-6A40-88E8-A1B75264887A}" type="datetimeFigureOut">
              <a:rPr kumimoji="1" lang="zh-CN" altLang="en-US" smtClean="0"/>
              <a:t>2026/3/2</a:t>
            </a:fld>
            <a:endParaRPr kumimoji="1" lang="zh-CN" altLang="en-US"/>
          </a:p>
        </p:txBody>
      </p:sp>
      <p:sp>
        <p:nvSpPr>
          <p:cNvPr id="5" name="页脚占位符 4">
            <a:extLst>
              <a:ext uri="{FF2B5EF4-FFF2-40B4-BE49-F238E27FC236}">
                <a16:creationId xmlns:a16="http://schemas.microsoft.com/office/drawing/2014/main" id="{E7C90DC8-9A6D-FC03-C47A-83DFEC940128}"/>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AFF87E2B-D7A3-FFDF-C079-34DD526E716A}"/>
              </a:ext>
            </a:extLst>
          </p:cNvPr>
          <p:cNvSpPr>
            <a:spLocks noGrp="1"/>
          </p:cNvSpPr>
          <p:nvPr>
            <p:ph type="sldNum" sz="quarter" idx="12"/>
          </p:nvPr>
        </p:nvSpPr>
        <p:spPr/>
        <p:txBody>
          <a:bodyPr/>
          <a:lstStyle/>
          <a:p>
            <a:fld id="{F3DC5DCA-3CDB-EE49-8570-3C3836911436}" type="slidenum">
              <a:rPr kumimoji="1" lang="zh-CN" altLang="en-US" smtClean="0"/>
              <a:t>‹#›</a:t>
            </a:fld>
            <a:endParaRPr kumimoji="1" lang="zh-CN" altLang="en-US"/>
          </a:p>
        </p:txBody>
      </p:sp>
    </p:spTree>
    <p:extLst>
      <p:ext uri="{BB962C8B-B14F-4D97-AF65-F5344CB8AC3E}">
        <p14:creationId xmlns:p14="http://schemas.microsoft.com/office/powerpoint/2010/main" val="2957830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3AA395F-CE3D-056D-67AA-EC9CE7A4DD39}"/>
              </a:ext>
            </a:extLst>
          </p:cNvPr>
          <p:cNvSpPr>
            <a:spLocks noGrp="1"/>
          </p:cNvSpPr>
          <p:nvPr>
            <p:ph type="title"/>
          </p:nvPr>
        </p:nvSpPr>
        <p:spPr/>
        <p:txBody>
          <a:bodyPr/>
          <a:lstStyle/>
          <a:p>
            <a:r>
              <a:rPr kumimoji="1" lang="zh-CN" altLang="en-US"/>
              <a:t>单击此处编辑母版标题样式</a:t>
            </a:r>
          </a:p>
        </p:txBody>
      </p:sp>
      <p:sp>
        <p:nvSpPr>
          <p:cNvPr id="3" name="内容占位符 2">
            <a:extLst>
              <a:ext uri="{FF2B5EF4-FFF2-40B4-BE49-F238E27FC236}">
                <a16:creationId xmlns:a16="http://schemas.microsoft.com/office/drawing/2014/main" id="{BAE9268E-2EB4-F5EE-0B90-5A15C2C36A18}"/>
              </a:ext>
            </a:extLst>
          </p:cNvPr>
          <p:cNvSpPr>
            <a:spLocks noGrp="1"/>
          </p:cNvSpPr>
          <p:nvPr>
            <p:ph idx="1"/>
          </p:nvPr>
        </p:nvSpPr>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F06A1925-7DC4-7CA7-CC19-A200F6CEFE03}"/>
              </a:ext>
            </a:extLst>
          </p:cNvPr>
          <p:cNvSpPr>
            <a:spLocks noGrp="1"/>
          </p:cNvSpPr>
          <p:nvPr>
            <p:ph type="dt" sz="half" idx="10"/>
          </p:nvPr>
        </p:nvSpPr>
        <p:spPr/>
        <p:txBody>
          <a:bodyPr/>
          <a:lstStyle/>
          <a:p>
            <a:fld id="{74ADC0D0-B9B3-6A40-88E8-A1B75264887A}" type="datetimeFigureOut">
              <a:rPr kumimoji="1" lang="zh-CN" altLang="en-US" smtClean="0"/>
              <a:t>2026/3/2</a:t>
            </a:fld>
            <a:endParaRPr kumimoji="1" lang="zh-CN" altLang="en-US"/>
          </a:p>
        </p:txBody>
      </p:sp>
      <p:sp>
        <p:nvSpPr>
          <p:cNvPr id="5" name="页脚占位符 4">
            <a:extLst>
              <a:ext uri="{FF2B5EF4-FFF2-40B4-BE49-F238E27FC236}">
                <a16:creationId xmlns:a16="http://schemas.microsoft.com/office/drawing/2014/main" id="{12BFAD26-9D05-4D39-C397-18E364318ADB}"/>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77446489-92A7-FA85-5ED6-7345F1C6426A}"/>
              </a:ext>
            </a:extLst>
          </p:cNvPr>
          <p:cNvSpPr>
            <a:spLocks noGrp="1"/>
          </p:cNvSpPr>
          <p:nvPr>
            <p:ph type="sldNum" sz="quarter" idx="12"/>
          </p:nvPr>
        </p:nvSpPr>
        <p:spPr/>
        <p:txBody>
          <a:bodyPr/>
          <a:lstStyle/>
          <a:p>
            <a:fld id="{F3DC5DCA-3CDB-EE49-8570-3C3836911436}" type="slidenum">
              <a:rPr kumimoji="1" lang="zh-CN" altLang="en-US" smtClean="0"/>
              <a:t>‹#›</a:t>
            </a:fld>
            <a:endParaRPr kumimoji="1" lang="zh-CN" altLang="en-US"/>
          </a:p>
        </p:txBody>
      </p:sp>
    </p:spTree>
    <p:extLst>
      <p:ext uri="{BB962C8B-B14F-4D97-AF65-F5344CB8AC3E}">
        <p14:creationId xmlns:p14="http://schemas.microsoft.com/office/powerpoint/2010/main" val="27175750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A61D75E-118D-47D8-0D41-E8D7DCFE194F}"/>
              </a:ext>
            </a:extLst>
          </p:cNvPr>
          <p:cNvSpPr>
            <a:spLocks noGrp="1"/>
          </p:cNvSpPr>
          <p:nvPr>
            <p:ph type="title"/>
          </p:nvPr>
        </p:nvSpPr>
        <p:spPr>
          <a:xfrm>
            <a:off x="831850" y="1709738"/>
            <a:ext cx="10515600" cy="2852737"/>
          </a:xfrm>
        </p:spPr>
        <p:txBody>
          <a:bodyPr anchor="b"/>
          <a:lstStyle>
            <a:lvl1pPr>
              <a:defRPr sz="6000"/>
            </a:lvl1pPr>
          </a:lstStyle>
          <a:p>
            <a:r>
              <a:rPr kumimoji="1" lang="zh-CN" altLang="en-US"/>
              <a:t>单击此处编辑母版标题样式</a:t>
            </a:r>
          </a:p>
        </p:txBody>
      </p:sp>
      <p:sp>
        <p:nvSpPr>
          <p:cNvPr id="3" name="文本占位符 2">
            <a:extLst>
              <a:ext uri="{FF2B5EF4-FFF2-40B4-BE49-F238E27FC236}">
                <a16:creationId xmlns:a16="http://schemas.microsoft.com/office/drawing/2014/main" id="{6BE9EE23-0027-C6ED-AC8A-A5617B8536F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zh-CN" altLang="en-US"/>
              <a:t>单击此处编辑母版文本样式</a:t>
            </a:r>
          </a:p>
        </p:txBody>
      </p:sp>
      <p:sp>
        <p:nvSpPr>
          <p:cNvPr id="4" name="日期占位符 3">
            <a:extLst>
              <a:ext uri="{FF2B5EF4-FFF2-40B4-BE49-F238E27FC236}">
                <a16:creationId xmlns:a16="http://schemas.microsoft.com/office/drawing/2014/main" id="{E07A60BC-49F2-30B3-D07D-B1A61CFECAB4}"/>
              </a:ext>
            </a:extLst>
          </p:cNvPr>
          <p:cNvSpPr>
            <a:spLocks noGrp="1"/>
          </p:cNvSpPr>
          <p:nvPr>
            <p:ph type="dt" sz="half" idx="10"/>
          </p:nvPr>
        </p:nvSpPr>
        <p:spPr/>
        <p:txBody>
          <a:bodyPr/>
          <a:lstStyle/>
          <a:p>
            <a:fld id="{74ADC0D0-B9B3-6A40-88E8-A1B75264887A}" type="datetimeFigureOut">
              <a:rPr kumimoji="1" lang="zh-CN" altLang="en-US" smtClean="0"/>
              <a:t>2026/3/2</a:t>
            </a:fld>
            <a:endParaRPr kumimoji="1" lang="zh-CN" altLang="en-US"/>
          </a:p>
        </p:txBody>
      </p:sp>
      <p:sp>
        <p:nvSpPr>
          <p:cNvPr id="5" name="页脚占位符 4">
            <a:extLst>
              <a:ext uri="{FF2B5EF4-FFF2-40B4-BE49-F238E27FC236}">
                <a16:creationId xmlns:a16="http://schemas.microsoft.com/office/drawing/2014/main" id="{5BD717A7-1C8A-9076-54A0-42E636CF5DCD}"/>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6A0CDD29-9B1C-B4DE-34BC-BC4F5C024119}"/>
              </a:ext>
            </a:extLst>
          </p:cNvPr>
          <p:cNvSpPr>
            <a:spLocks noGrp="1"/>
          </p:cNvSpPr>
          <p:nvPr>
            <p:ph type="sldNum" sz="quarter" idx="12"/>
          </p:nvPr>
        </p:nvSpPr>
        <p:spPr/>
        <p:txBody>
          <a:bodyPr/>
          <a:lstStyle/>
          <a:p>
            <a:fld id="{F3DC5DCA-3CDB-EE49-8570-3C3836911436}" type="slidenum">
              <a:rPr kumimoji="1" lang="zh-CN" altLang="en-US" smtClean="0"/>
              <a:t>‹#›</a:t>
            </a:fld>
            <a:endParaRPr kumimoji="1" lang="zh-CN" altLang="en-US"/>
          </a:p>
        </p:txBody>
      </p:sp>
    </p:spTree>
    <p:extLst>
      <p:ext uri="{BB962C8B-B14F-4D97-AF65-F5344CB8AC3E}">
        <p14:creationId xmlns:p14="http://schemas.microsoft.com/office/powerpoint/2010/main" val="36842597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43E087-CBBE-3B44-720C-2B208279C2D3}"/>
              </a:ext>
            </a:extLst>
          </p:cNvPr>
          <p:cNvSpPr>
            <a:spLocks noGrp="1"/>
          </p:cNvSpPr>
          <p:nvPr>
            <p:ph type="title"/>
          </p:nvPr>
        </p:nvSpPr>
        <p:spPr/>
        <p:txBody>
          <a:bodyPr/>
          <a:lstStyle/>
          <a:p>
            <a:r>
              <a:rPr kumimoji="1" lang="zh-CN" altLang="en-US"/>
              <a:t>单击此处编辑母版标题样式</a:t>
            </a:r>
          </a:p>
        </p:txBody>
      </p:sp>
      <p:sp>
        <p:nvSpPr>
          <p:cNvPr id="3" name="内容占位符 2">
            <a:extLst>
              <a:ext uri="{FF2B5EF4-FFF2-40B4-BE49-F238E27FC236}">
                <a16:creationId xmlns:a16="http://schemas.microsoft.com/office/drawing/2014/main" id="{7468C4C1-4691-C4ED-6AF9-B273D7ADDC83}"/>
              </a:ext>
            </a:extLst>
          </p:cNvPr>
          <p:cNvSpPr>
            <a:spLocks noGrp="1"/>
          </p:cNvSpPr>
          <p:nvPr>
            <p:ph sz="half" idx="1"/>
          </p:nvPr>
        </p:nvSpPr>
        <p:spPr>
          <a:xfrm>
            <a:off x="838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内容占位符 3">
            <a:extLst>
              <a:ext uri="{FF2B5EF4-FFF2-40B4-BE49-F238E27FC236}">
                <a16:creationId xmlns:a16="http://schemas.microsoft.com/office/drawing/2014/main" id="{3EEF2C88-C242-E4F7-6B4B-78D31D797943}"/>
              </a:ext>
            </a:extLst>
          </p:cNvPr>
          <p:cNvSpPr>
            <a:spLocks noGrp="1"/>
          </p:cNvSpPr>
          <p:nvPr>
            <p:ph sz="half" idx="2"/>
          </p:nvPr>
        </p:nvSpPr>
        <p:spPr>
          <a:xfrm>
            <a:off x="6172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日期占位符 4">
            <a:extLst>
              <a:ext uri="{FF2B5EF4-FFF2-40B4-BE49-F238E27FC236}">
                <a16:creationId xmlns:a16="http://schemas.microsoft.com/office/drawing/2014/main" id="{74375697-2B1D-9DC3-49E4-4E604319C014}"/>
              </a:ext>
            </a:extLst>
          </p:cNvPr>
          <p:cNvSpPr>
            <a:spLocks noGrp="1"/>
          </p:cNvSpPr>
          <p:nvPr>
            <p:ph type="dt" sz="half" idx="10"/>
          </p:nvPr>
        </p:nvSpPr>
        <p:spPr/>
        <p:txBody>
          <a:bodyPr/>
          <a:lstStyle/>
          <a:p>
            <a:fld id="{74ADC0D0-B9B3-6A40-88E8-A1B75264887A}" type="datetimeFigureOut">
              <a:rPr kumimoji="1" lang="zh-CN" altLang="en-US" smtClean="0"/>
              <a:t>2026/3/2</a:t>
            </a:fld>
            <a:endParaRPr kumimoji="1" lang="zh-CN" altLang="en-US"/>
          </a:p>
        </p:txBody>
      </p:sp>
      <p:sp>
        <p:nvSpPr>
          <p:cNvPr id="6" name="页脚占位符 5">
            <a:extLst>
              <a:ext uri="{FF2B5EF4-FFF2-40B4-BE49-F238E27FC236}">
                <a16:creationId xmlns:a16="http://schemas.microsoft.com/office/drawing/2014/main" id="{42493020-A875-2CB1-4794-79A02ACE3B26}"/>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AFE516A0-42AA-1081-4C8F-D11C0248D7ED}"/>
              </a:ext>
            </a:extLst>
          </p:cNvPr>
          <p:cNvSpPr>
            <a:spLocks noGrp="1"/>
          </p:cNvSpPr>
          <p:nvPr>
            <p:ph type="sldNum" sz="quarter" idx="12"/>
          </p:nvPr>
        </p:nvSpPr>
        <p:spPr/>
        <p:txBody>
          <a:bodyPr/>
          <a:lstStyle/>
          <a:p>
            <a:fld id="{F3DC5DCA-3CDB-EE49-8570-3C3836911436}" type="slidenum">
              <a:rPr kumimoji="1" lang="zh-CN" altLang="en-US" smtClean="0"/>
              <a:t>‹#›</a:t>
            </a:fld>
            <a:endParaRPr kumimoji="1" lang="zh-CN" altLang="en-US"/>
          </a:p>
        </p:txBody>
      </p:sp>
    </p:spTree>
    <p:extLst>
      <p:ext uri="{BB962C8B-B14F-4D97-AF65-F5344CB8AC3E}">
        <p14:creationId xmlns:p14="http://schemas.microsoft.com/office/powerpoint/2010/main" val="7806849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F8ADCC4-00AD-245B-0508-7CFA9EDCA4B2}"/>
              </a:ext>
            </a:extLst>
          </p:cNvPr>
          <p:cNvSpPr>
            <a:spLocks noGrp="1"/>
          </p:cNvSpPr>
          <p:nvPr>
            <p:ph type="title"/>
          </p:nvPr>
        </p:nvSpPr>
        <p:spPr>
          <a:xfrm>
            <a:off x="839788" y="365125"/>
            <a:ext cx="10515600" cy="1325563"/>
          </a:xfrm>
        </p:spPr>
        <p:txBody>
          <a:bodyPr/>
          <a:lstStyle/>
          <a:p>
            <a:r>
              <a:rPr kumimoji="1" lang="zh-CN" altLang="en-US"/>
              <a:t>单击此处编辑母版标题样式</a:t>
            </a:r>
          </a:p>
        </p:txBody>
      </p:sp>
      <p:sp>
        <p:nvSpPr>
          <p:cNvPr id="3" name="文本占位符 2">
            <a:extLst>
              <a:ext uri="{FF2B5EF4-FFF2-40B4-BE49-F238E27FC236}">
                <a16:creationId xmlns:a16="http://schemas.microsoft.com/office/drawing/2014/main" id="{15A8A0C7-F239-1B17-C067-196075D144E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4" name="内容占位符 3">
            <a:extLst>
              <a:ext uri="{FF2B5EF4-FFF2-40B4-BE49-F238E27FC236}">
                <a16:creationId xmlns:a16="http://schemas.microsoft.com/office/drawing/2014/main" id="{4B0ADAA2-BD0C-F788-1350-A3C3846BCDA9}"/>
              </a:ext>
            </a:extLst>
          </p:cNvPr>
          <p:cNvSpPr>
            <a:spLocks noGrp="1"/>
          </p:cNvSpPr>
          <p:nvPr>
            <p:ph sz="half" idx="2"/>
          </p:nvPr>
        </p:nvSpPr>
        <p:spPr>
          <a:xfrm>
            <a:off x="839788" y="2505075"/>
            <a:ext cx="5157787"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文本占位符 4">
            <a:extLst>
              <a:ext uri="{FF2B5EF4-FFF2-40B4-BE49-F238E27FC236}">
                <a16:creationId xmlns:a16="http://schemas.microsoft.com/office/drawing/2014/main" id="{F7C1BDC5-1F4C-EDF0-3C90-42C11F9FA9F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6" name="内容占位符 5">
            <a:extLst>
              <a:ext uri="{FF2B5EF4-FFF2-40B4-BE49-F238E27FC236}">
                <a16:creationId xmlns:a16="http://schemas.microsoft.com/office/drawing/2014/main" id="{725F7B19-7E05-ED5E-7BA8-A845DA71CFC4}"/>
              </a:ext>
            </a:extLst>
          </p:cNvPr>
          <p:cNvSpPr>
            <a:spLocks noGrp="1"/>
          </p:cNvSpPr>
          <p:nvPr>
            <p:ph sz="quarter" idx="4"/>
          </p:nvPr>
        </p:nvSpPr>
        <p:spPr>
          <a:xfrm>
            <a:off x="6172200" y="2505075"/>
            <a:ext cx="5183188"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7" name="日期占位符 6">
            <a:extLst>
              <a:ext uri="{FF2B5EF4-FFF2-40B4-BE49-F238E27FC236}">
                <a16:creationId xmlns:a16="http://schemas.microsoft.com/office/drawing/2014/main" id="{4F33455A-0DF3-76B6-3771-0F34A52CC1F0}"/>
              </a:ext>
            </a:extLst>
          </p:cNvPr>
          <p:cNvSpPr>
            <a:spLocks noGrp="1"/>
          </p:cNvSpPr>
          <p:nvPr>
            <p:ph type="dt" sz="half" idx="10"/>
          </p:nvPr>
        </p:nvSpPr>
        <p:spPr/>
        <p:txBody>
          <a:bodyPr/>
          <a:lstStyle/>
          <a:p>
            <a:fld id="{74ADC0D0-B9B3-6A40-88E8-A1B75264887A}" type="datetimeFigureOut">
              <a:rPr kumimoji="1" lang="zh-CN" altLang="en-US" smtClean="0"/>
              <a:t>2026/3/2</a:t>
            </a:fld>
            <a:endParaRPr kumimoji="1" lang="zh-CN" altLang="en-US"/>
          </a:p>
        </p:txBody>
      </p:sp>
      <p:sp>
        <p:nvSpPr>
          <p:cNvPr id="8" name="页脚占位符 7">
            <a:extLst>
              <a:ext uri="{FF2B5EF4-FFF2-40B4-BE49-F238E27FC236}">
                <a16:creationId xmlns:a16="http://schemas.microsoft.com/office/drawing/2014/main" id="{1C80B15B-D7A6-7E53-0EE0-F2B9C6EA6D94}"/>
              </a:ext>
            </a:extLst>
          </p:cNvPr>
          <p:cNvSpPr>
            <a:spLocks noGrp="1"/>
          </p:cNvSpPr>
          <p:nvPr>
            <p:ph type="ftr" sz="quarter" idx="11"/>
          </p:nvPr>
        </p:nvSpPr>
        <p:spPr/>
        <p:txBody>
          <a:bodyPr/>
          <a:lstStyle/>
          <a:p>
            <a:endParaRPr kumimoji="1" lang="zh-CN" altLang="en-US"/>
          </a:p>
        </p:txBody>
      </p:sp>
      <p:sp>
        <p:nvSpPr>
          <p:cNvPr id="9" name="灯片编号占位符 8">
            <a:extLst>
              <a:ext uri="{FF2B5EF4-FFF2-40B4-BE49-F238E27FC236}">
                <a16:creationId xmlns:a16="http://schemas.microsoft.com/office/drawing/2014/main" id="{9B84C856-108D-37C6-AB68-66C44D2A4989}"/>
              </a:ext>
            </a:extLst>
          </p:cNvPr>
          <p:cNvSpPr>
            <a:spLocks noGrp="1"/>
          </p:cNvSpPr>
          <p:nvPr>
            <p:ph type="sldNum" sz="quarter" idx="12"/>
          </p:nvPr>
        </p:nvSpPr>
        <p:spPr/>
        <p:txBody>
          <a:bodyPr/>
          <a:lstStyle/>
          <a:p>
            <a:fld id="{F3DC5DCA-3CDB-EE49-8570-3C3836911436}" type="slidenum">
              <a:rPr kumimoji="1" lang="zh-CN" altLang="en-US" smtClean="0"/>
              <a:t>‹#›</a:t>
            </a:fld>
            <a:endParaRPr kumimoji="1" lang="zh-CN" altLang="en-US"/>
          </a:p>
        </p:txBody>
      </p:sp>
    </p:spTree>
    <p:extLst>
      <p:ext uri="{BB962C8B-B14F-4D97-AF65-F5344CB8AC3E}">
        <p14:creationId xmlns:p14="http://schemas.microsoft.com/office/powerpoint/2010/main" val="254328841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BA96CE5-F4BA-62F4-8993-5D6401BA5506}"/>
              </a:ext>
            </a:extLst>
          </p:cNvPr>
          <p:cNvSpPr>
            <a:spLocks noGrp="1"/>
          </p:cNvSpPr>
          <p:nvPr>
            <p:ph type="title"/>
          </p:nvPr>
        </p:nvSpPr>
        <p:spPr/>
        <p:txBody>
          <a:bodyPr/>
          <a:lstStyle/>
          <a:p>
            <a:r>
              <a:rPr kumimoji="1" lang="zh-CN" altLang="en-US"/>
              <a:t>单击此处编辑母版标题样式</a:t>
            </a:r>
          </a:p>
        </p:txBody>
      </p:sp>
      <p:sp>
        <p:nvSpPr>
          <p:cNvPr id="3" name="日期占位符 2">
            <a:extLst>
              <a:ext uri="{FF2B5EF4-FFF2-40B4-BE49-F238E27FC236}">
                <a16:creationId xmlns:a16="http://schemas.microsoft.com/office/drawing/2014/main" id="{B27BF66E-BCA4-976E-0CF0-C770FF6979AE}"/>
              </a:ext>
            </a:extLst>
          </p:cNvPr>
          <p:cNvSpPr>
            <a:spLocks noGrp="1"/>
          </p:cNvSpPr>
          <p:nvPr>
            <p:ph type="dt" sz="half" idx="10"/>
          </p:nvPr>
        </p:nvSpPr>
        <p:spPr/>
        <p:txBody>
          <a:bodyPr/>
          <a:lstStyle/>
          <a:p>
            <a:fld id="{74ADC0D0-B9B3-6A40-88E8-A1B75264887A}" type="datetimeFigureOut">
              <a:rPr kumimoji="1" lang="zh-CN" altLang="en-US" smtClean="0"/>
              <a:t>2026/3/2</a:t>
            </a:fld>
            <a:endParaRPr kumimoji="1" lang="zh-CN" altLang="en-US"/>
          </a:p>
        </p:txBody>
      </p:sp>
      <p:sp>
        <p:nvSpPr>
          <p:cNvPr id="4" name="页脚占位符 3">
            <a:extLst>
              <a:ext uri="{FF2B5EF4-FFF2-40B4-BE49-F238E27FC236}">
                <a16:creationId xmlns:a16="http://schemas.microsoft.com/office/drawing/2014/main" id="{19D76581-FDCF-CE32-39AE-2974E7DF1C41}"/>
              </a:ext>
            </a:extLst>
          </p:cNvPr>
          <p:cNvSpPr>
            <a:spLocks noGrp="1"/>
          </p:cNvSpPr>
          <p:nvPr>
            <p:ph type="ftr" sz="quarter" idx="11"/>
          </p:nvPr>
        </p:nvSpPr>
        <p:spPr/>
        <p:txBody>
          <a:bodyPr/>
          <a:lstStyle/>
          <a:p>
            <a:endParaRPr kumimoji="1" lang="zh-CN" altLang="en-US"/>
          </a:p>
        </p:txBody>
      </p:sp>
      <p:sp>
        <p:nvSpPr>
          <p:cNvPr id="5" name="灯片编号占位符 4">
            <a:extLst>
              <a:ext uri="{FF2B5EF4-FFF2-40B4-BE49-F238E27FC236}">
                <a16:creationId xmlns:a16="http://schemas.microsoft.com/office/drawing/2014/main" id="{FAC8FD34-43B1-DF6C-A8DD-139195DD7CCD}"/>
              </a:ext>
            </a:extLst>
          </p:cNvPr>
          <p:cNvSpPr>
            <a:spLocks noGrp="1"/>
          </p:cNvSpPr>
          <p:nvPr>
            <p:ph type="sldNum" sz="quarter" idx="12"/>
          </p:nvPr>
        </p:nvSpPr>
        <p:spPr/>
        <p:txBody>
          <a:bodyPr/>
          <a:lstStyle/>
          <a:p>
            <a:fld id="{F3DC5DCA-3CDB-EE49-8570-3C3836911436}" type="slidenum">
              <a:rPr kumimoji="1" lang="zh-CN" altLang="en-US" smtClean="0"/>
              <a:t>‹#›</a:t>
            </a:fld>
            <a:endParaRPr kumimoji="1" lang="zh-CN" altLang="en-US"/>
          </a:p>
        </p:txBody>
      </p:sp>
    </p:spTree>
    <p:extLst>
      <p:ext uri="{BB962C8B-B14F-4D97-AF65-F5344CB8AC3E}">
        <p14:creationId xmlns:p14="http://schemas.microsoft.com/office/powerpoint/2010/main" val="22158898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CFE3D624-A0E3-31E9-ECE4-C779149AA5FB}"/>
              </a:ext>
            </a:extLst>
          </p:cNvPr>
          <p:cNvSpPr>
            <a:spLocks noGrp="1"/>
          </p:cNvSpPr>
          <p:nvPr>
            <p:ph type="dt" sz="half" idx="10"/>
          </p:nvPr>
        </p:nvSpPr>
        <p:spPr/>
        <p:txBody>
          <a:bodyPr/>
          <a:lstStyle/>
          <a:p>
            <a:fld id="{74ADC0D0-B9B3-6A40-88E8-A1B75264887A}" type="datetimeFigureOut">
              <a:rPr kumimoji="1" lang="zh-CN" altLang="en-US" smtClean="0"/>
              <a:t>2026/3/2</a:t>
            </a:fld>
            <a:endParaRPr kumimoji="1" lang="zh-CN" altLang="en-US"/>
          </a:p>
        </p:txBody>
      </p:sp>
      <p:sp>
        <p:nvSpPr>
          <p:cNvPr id="3" name="页脚占位符 2">
            <a:extLst>
              <a:ext uri="{FF2B5EF4-FFF2-40B4-BE49-F238E27FC236}">
                <a16:creationId xmlns:a16="http://schemas.microsoft.com/office/drawing/2014/main" id="{FB6C4BAF-54FB-5123-7E55-B2D9965DD1F9}"/>
              </a:ext>
            </a:extLst>
          </p:cNvPr>
          <p:cNvSpPr>
            <a:spLocks noGrp="1"/>
          </p:cNvSpPr>
          <p:nvPr>
            <p:ph type="ftr" sz="quarter" idx="11"/>
          </p:nvPr>
        </p:nvSpPr>
        <p:spPr/>
        <p:txBody>
          <a:bodyPr/>
          <a:lstStyle/>
          <a:p>
            <a:endParaRPr kumimoji="1" lang="zh-CN" altLang="en-US"/>
          </a:p>
        </p:txBody>
      </p:sp>
      <p:sp>
        <p:nvSpPr>
          <p:cNvPr id="4" name="灯片编号占位符 3">
            <a:extLst>
              <a:ext uri="{FF2B5EF4-FFF2-40B4-BE49-F238E27FC236}">
                <a16:creationId xmlns:a16="http://schemas.microsoft.com/office/drawing/2014/main" id="{28460B08-E4BF-6C64-BC6A-5BD522F2827D}"/>
              </a:ext>
            </a:extLst>
          </p:cNvPr>
          <p:cNvSpPr>
            <a:spLocks noGrp="1"/>
          </p:cNvSpPr>
          <p:nvPr>
            <p:ph type="sldNum" sz="quarter" idx="12"/>
          </p:nvPr>
        </p:nvSpPr>
        <p:spPr/>
        <p:txBody>
          <a:bodyPr/>
          <a:lstStyle/>
          <a:p>
            <a:fld id="{F3DC5DCA-3CDB-EE49-8570-3C3836911436}" type="slidenum">
              <a:rPr kumimoji="1" lang="zh-CN" altLang="en-US" smtClean="0"/>
              <a:t>‹#›</a:t>
            </a:fld>
            <a:endParaRPr kumimoji="1" lang="zh-CN" altLang="en-US"/>
          </a:p>
        </p:txBody>
      </p:sp>
    </p:spTree>
    <p:extLst>
      <p:ext uri="{BB962C8B-B14F-4D97-AF65-F5344CB8AC3E}">
        <p14:creationId xmlns:p14="http://schemas.microsoft.com/office/powerpoint/2010/main" val="12867706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6431F79-56EF-49D1-B401-A688F9E3D88A}"/>
              </a:ext>
            </a:extLst>
          </p:cNvPr>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内容占位符 2">
            <a:extLst>
              <a:ext uri="{FF2B5EF4-FFF2-40B4-BE49-F238E27FC236}">
                <a16:creationId xmlns:a16="http://schemas.microsoft.com/office/drawing/2014/main" id="{60589C12-D743-CA66-D4C7-47ADA18D1BC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文本占位符 3">
            <a:extLst>
              <a:ext uri="{FF2B5EF4-FFF2-40B4-BE49-F238E27FC236}">
                <a16:creationId xmlns:a16="http://schemas.microsoft.com/office/drawing/2014/main" id="{E7A365AC-F68A-F72A-103B-8E7109D981D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a:extLst>
              <a:ext uri="{FF2B5EF4-FFF2-40B4-BE49-F238E27FC236}">
                <a16:creationId xmlns:a16="http://schemas.microsoft.com/office/drawing/2014/main" id="{99F9BC4D-1C03-35D9-0F8A-F605E619DB80}"/>
              </a:ext>
            </a:extLst>
          </p:cNvPr>
          <p:cNvSpPr>
            <a:spLocks noGrp="1"/>
          </p:cNvSpPr>
          <p:nvPr>
            <p:ph type="dt" sz="half" idx="10"/>
          </p:nvPr>
        </p:nvSpPr>
        <p:spPr/>
        <p:txBody>
          <a:bodyPr/>
          <a:lstStyle/>
          <a:p>
            <a:fld id="{74ADC0D0-B9B3-6A40-88E8-A1B75264887A}" type="datetimeFigureOut">
              <a:rPr kumimoji="1" lang="zh-CN" altLang="en-US" smtClean="0"/>
              <a:t>2026/3/2</a:t>
            </a:fld>
            <a:endParaRPr kumimoji="1" lang="zh-CN" altLang="en-US"/>
          </a:p>
        </p:txBody>
      </p:sp>
      <p:sp>
        <p:nvSpPr>
          <p:cNvPr id="6" name="页脚占位符 5">
            <a:extLst>
              <a:ext uri="{FF2B5EF4-FFF2-40B4-BE49-F238E27FC236}">
                <a16:creationId xmlns:a16="http://schemas.microsoft.com/office/drawing/2014/main" id="{A68A1AC2-E2E1-0E6C-A37A-8BDA5A53B344}"/>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00C9D8B9-0136-A2E7-51A5-AF82B4B2A87E}"/>
              </a:ext>
            </a:extLst>
          </p:cNvPr>
          <p:cNvSpPr>
            <a:spLocks noGrp="1"/>
          </p:cNvSpPr>
          <p:nvPr>
            <p:ph type="sldNum" sz="quarter" idx="12"/>
          </p:nvPr>
        </p:nvSpPr>
        <p:spPr/>
        <p:txBody>
          <a:bodyPr/>
          <a:lstStyle/>
          <a:p>
            <a:fld id="{F3DC5DCA-3CDB-EE49-8570-3C3836911436}" type="slidenum">
              <a:rPr kumimoji="1" lang="zh-CN" altLang="en-US" smtClean="0"/>
              <a:t>‹#›</a:t>
            </a:fld>
            <a:endParaRPr kumimoji="1" lang="zh-CN" altLang="en-US"/>
          </a:p>
        </p:txBody>
      </p:sp>
    </p:spTree>
    <p:extLst>
      <p:ext uri="{BB962C8B-B14F-4D97-AF65-F5344CB8AC3E}">
        <p14:creationId xmlns:p14="http://schemas.microsoft.com/office/powerpoint/2010/main" val="305483365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CDF050-CB43-3353-FB53-520BB08FADF2}"/>
              </a:ext>
            </a:extLst>
          </p:cNvPr>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图片占位符 2">
            <a:extLst>
              <a:ext uri="{FF2B5EF4-FFF2-40B4-BE49-F238E27FC236}">
                <a16:creationId xmlns:a16="http://schemas.microsoft.com/office/drawing/2014/main" id="{71A63C85-6C20-D9E8-3D94-50C97744096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zh-CN" altLang="en-US"/>
          </a:p>
        </p:txBody>
      </p:sp>
      <p:sp>
        <p:nvSpPr>
          <p:cNvPr id="4" name="文本占位符 3">
            <a:extLst>
              <a:ext uri="{FF2B5EF4-FFF2-40B4-BE49-F238E27FC236}">
                <a16:creationId xmlns:a16="http://schemas.microsoft.com/office/drawing/2014/main" id="{D3BBDCDA-4D3F-E712-2473-76EE571A056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a:extLst>
              <a:ext uri="{FF2B5EF4-FFF2-40B4-BE49-F238E27FC236}">
                <a16:creationId xmlns:a16="http://schemas.microsoft.com/office/drawing/2014/main" id="{1E9D06AD-4F53-5187-C8B2-2066F17FF269}"/>
              </a:ext>
            </a:extLst>
          </p:cNvPr>
          <p:cNvSpPr>
            <a:spLocks noGrp="1"/>
          </p:cNvSpPr>
          <p:nvPr>
            <p:ph type="dt" sz="half" idx="10"/>
          </p:nvPr>
        </p:nvSpPr>
        <p:spPr/>
        <p:txBody>
          <a:bodyPr/>
          <a:lstStyle/>
          <a:p>
            <a:fld id="{74ADC0D0-B9B3-6A40-88E8-A1B75264887A}" type="datetimeFigureOut">
              <a:rPr kumimoji="1" lang="zh-CN" altLang="en-US" smtClean="0"/>
              <a:t>2026/3/2</a:t>
            </a:fld>
            <a:endParaRPr kumimoji="1" lang="zh-CN" altLang="en-US"/>
          </a:p>
        </p:txBody>
      </p:sp>
      <p:sp>
        <p:nvSpPr>
          <p:cNvPr id="6" name="页脚占位符 5">
            <a:extLst>
              <a:ext uri="{FF2B5EF4-FFF2-40B4-BE49-F238E27FC236}">
                <a16:creationId xmlns:a16="http://schemas.microsoft.com/office/drawing/2014/main" id="{EBFD6E29-ADF0-FD08-A35D-1D5061A5CE52}"/>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BF7D1162-D30A-EC98-BC5A-47EDFBE11177}"/>
              </a:ext>
            </a:extLst>
          </p:cNvPr>
          <p:cNvSpPr>
            <a:spLocks noGrp="1"/>
          </p:cNvSpPr>
          <p:nvPr>
            <p:ph type="sldNum" sz="quarter" idx="12"/>
          </p:nvPr>
        </p:nvSpPr>
        <p:spPr/>
        <p:txBody>
          <a:bodyPr/>
          <a:lstStyle/>
          <a:p>
            <a:fld id="{F3DC5DCA-3CDB-EE49-8570-3C3836911436}" type="slidenum">
              <a:rPr kumimoji="1" lang="zh-CN" altLang="en-US" smtClean="0"/>
              <a:t>‹#›</a:t>
            </a:fld>
            <a:endParaRPr kumimoji="1" lang="zh-CN" altLang="en-US"/>
          </a:p>
        </p:txBody>
      </p:sp>
    </p:spTree>
    <p:extLst>
      <p:ext uri="{BB962C8B-B14F-4D97-AF65-F5344CB8AC3E}">
        <p14:creationId xmlns:p14="http://schemas.microsoft.com/office/powerpoint/2010/main" val="253439264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14E60A-A877-97D1-C870-7179C1ADFB1B}"/>
              </a:ext>
            </a:extLst>
          </p:cNvPr>
          <p:cNvSpPr>
            <a:spLocks noGrp="1"/>
          </p:cNvSpPr>
          <p:nvPr>
            <p:ph type="title"/>
          </p:nvPr>
        </p:nvSpPr>
        <p:spPr/>
        <p:txBody>
          <a:bodyPr/>
          <a:lstStyle/>
          <a:p>
            <a:r>
              <a:rPr kumimoji="1" lang="zh-CN" altLang="en-US"/>
              <a:t>单击此处编辑母版标题样式</a:t>
            </a:r>
          </a:p>
        </p:txBody>
      </p:sp>
      <p:sp>
        <p:nvSpPr>
          <p:cNvPr id="3" name="竖排文字占位符 2">
            <a:extLst>
              <a:ext uri="{FF2B5EF4-FFF2-40B4-BE49-F238E27FC236}">
                <a16:creationId xmlns:a16="http://schemas.microsoft.com/office/drawing/2014/main" id="{EEC99830-8828-8EA9-9C10-0395F432D4F1}"/>
              </a:ext>
            </a:extLst>
          </p:cNvPr>
          <p:cNvSpPr>
            <a:spLocks noGrp="1"/>
          </p:cNvSpPr>
          <p:nvPr>
            <p:ph type="body" orient="vert" idx="1"/>
          </p:nvPr>
        </p:nvSpPr>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7D81D3D7-D533-F7D4-0BFA-7DED819EEB64}"/>
              </a:ext>
            </a:extLst>
          </p:cNvPr>
          <p:cNvSpPr>
            <a:spLocks noGrp="1"/>
          </p:cNvSpPr>
          <p:nvPr>
            <p:ph type="dt" sz="half" idx="10"/>
          </p:nvPr>
        </p:nvSpPr>
        <p:spPr/>
        <p:txBody>
          <a:bodyPr/>
          <a:lstStyle/>
          <a:p>
            <a:fld id="{74ADC0D0-B9B3-6A40-88E8-A1B75264887A}" type="datetimeFigureOut">
              <a:rPr kumimoji="1" lang="zh-CN" altLang="en-US" smtClean="0"/>
              <a:t>2026/3/2</a:t>
            </a:fld>
            <a:endParaRPr kumimoji="1" lang="zh-CN" altLang="en-US"/>
          </a:p>
        </p:txBody>
      </p:sp>
      <p:sp>
        <p:nvSpPr>
          <p:cNvPr id="5" name="页脚占位符 4">
            <a:extLst>
              <a:ext uri="{FF2B5EF4-FFF2-40B4-BE49-F238E27FC236}">
                <a16:creationId xmlns:a16="http://schemas.microsoft.com/office/drawing/2014/main" id="{5059FD9C-70AD-7E60-5375-8F37D61FEBA5}"/>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127B072F-B1E1-D99A-4629-332FB43C15EF}"/>
              </a:ext>
            </a:extLst>
          </p:cNvPr>
          <p:cNvSpPr>
            <a:spLocks noGrp="1"/>
          </p:cNvSpPr>
          <p:nvPr>
            <p:ph type="sldNum" sz="quarter" idx="12"/>
          </p:nvPr>
        </p:nvSpPr>
        <p:spPr/>
        <p:txBody>
          <a:bodyPr/>
          <a:lstStyle/>
          <a:p>
            <a:fld id="{F3DC5DCA-3CDB-EE49-8570-3C3836911436}" type="slidenum">
              <a:rPr kumimoji="1" lang="zh-CN" altLang="en-US" smtClean="0"/>
              <a:t>‹#›</a:t>
            </a:fld>
            <a:endParaRPr kumimoji="1" lang="zh-CN" altLang="en-US"/>
          </a:p>
        </p:txBody>
      </p:sp>
    </p:spTree>
    <p:extLst>
      <p:ext uri="{BB962C8B-B14F-4D97-AF65-F5344CB8AC3E}">
        <p14:creationId xmlns:p14="http://schemas.microsoft.com/office/powerpoint/2010/main" val="342814750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9E2021CB-BF12-1A0C-72F4-E1385AE12393}"/>
              </a:ext>
            </a:extLst>
          </p:cNvPr>
          <p:cNvSpPr>
            <a:spLocks noGrp="1"/>
          </p:cNvSpPr>
          <p:nvPr>
            <p:ph type="title" orient="vert"/>
          </p:nvPr>
        </p:nvSpPr>
        <p:spPr>
          <a:xfrm>
            <a:off x="8724900" y="365125"/>
            <a:ext cx="2628900" cy="5811838"/>
          </a:xfrm>
        </p:spPr>
        <p:txBody>
          <a:bodyPr vert="eaVert"/>
          <a:lstStyle/>
          <a:p>
            <a:r>
              <a:rPr kumimoji="1" lang="zh-CN" altLang="en-US"/>
              <a:t>单击此处编辑母版标题样式</a:t>
            </a:r>
          </a:p>
        </p:txBody>
      </p:sp>
      <p:sp>
        <p:nvSpPr>
          <p:cNvPr id="3" name="竖排文字占位符 2">
            <a:extLst>
              <a:ext uri="{FF2B5EF4-FFF2-40B4-BE49-F238E27FC236}">
                <a16:creationId xmlns:a16="http://schemas.microsoft.com/office/drawing/2014/main" id="{B5324B9B-D81F-B09D-67AB-FC22A2F1AB73}"/>
              </a:ext>
            </a:extLst>
          </p:cNvPr>
          <p:cNvSpPr>
            <a:spLocks noGrp="1"/>
          </p:cNvSpPr>
          <p:nvPr>
            <p:ph type="body" orient="vert" idx="1"/>
          </p:nvPr>
        </p:nvSpPr>
        <p:spPr>
          <a:xfrm>
            <a:off x="838200" y="365125"/>
            <a:ext cx="7734300" cy="5811838"/>
          </a:xfrm>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38FE62F3-A987-1207-7576-42925AFADFF2}"/>
              </a:ext>
            </a:extLst>
          </p:cNvPr>
          <p:cNvSpPr>
            <a:spLocks noGrp="1"/>
          </p:cNvSpPr>
          <p:nvPr>
            <p:ph type="dt" sz="half" idx="10"/>
          </p:nvPr>
        </p:nvSpPr>
        <p:spPr/>
        <p:txBody>
          <a:bodyPr/>
          <a:lstStyle/>
          <a:p>
            <a:fld id="{74ADC0D0-B9B3-6A40-88E8-A1B75264887A}" type="datetimeFigureOut">
              <a:rPr kumimoji="1" lang="zh-CN" altLang="en-US" smtClean="0"/>
              <a:t>2026/3/2</a:t>
            </a:fld>
            <a:endParaRPr kumimoji="1" lang="zh-CN" altLang="en-US"/>
          </a:p>
        </p:txBody>
      </p:sp>
      <p:sp>
        <p:nvSpPr>
          <p:cNvPr id="5" name="页脚占位符 4">
            <a:extLst>
              <a:ext uri="{FF2B5EF4-FFF2-40B4-BE49-F238E27FC236}">
                <a16:creationId xmlns:a16="http://schemas.microsoft.com/office/drawing/2014/main" id="{6A453587-0A15-E477-BF87-39487A643570}"/>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837B4A8E-DDE3-4E9F-2FE6-AF4C8E9DFE5D}"/>
              </a:ext>
            </a:extLst>
          </p:cNvPr>
          <p:cNvSpPr>
            <a:spLocks noGrp="1"/>
          </p:cNvSpPr>
          <p:nvPr>
            <p:ph type="sldNum" sz="quarter" idx="12"/>
          </p:nvPr>
        </p:nvSpPr>
        <p:spPr/>
        <p:txBody>
          <a:bodyPr/>
          <a:lstStyle/>
          <a:p>
            <a:fld id="{F3DC5DCA-3CDB-EE49-8570-3C3836911436}" type="slidenum">
              <a:rPr kumimoji="1" lang="zh-CN" altLang="en-US" smtClean="0"/>
              <a:t>‹#›</a:t>
            </a:fld>
            <a:endParaRPr kumimoji="1" lang="zh-CN" altLang="en-US"/>
          </a:p>
        </p:txBody>
      </p:sp>
    </p:spTree>
    <p:extLst>
      <p:ext uri="{BB962C8B-B14F-4D97-AF65-F5344CB8AC3E}">
        <p14:creationId xmlns:p14="http://schemas.microsoft.com/office/powerpoint/2010/main" val="7446128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5815889B-19DE-92DC-7017-01A23269054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zh-CN" altLang="en-US"/>
              <a:t>单击此处编辑母版标题样式</a:t>
            </a:r>
          </a:p>
        </p:txBody>
      </p:sp>
      <p:sp>
        <p:nvSpPr>
          <p:cNvPr id="3" name="文本占位符 2">
            <a:extLst>
              <a:ext uri="{FF2B5EF4-FFF2-40B4-BE49-F238E27FC236}">
                <a16:creationId xmlns:a16="http://schemas.microsoft.com/office/drawing/2014/main" id="{A8563BA9-0BE1-0AFD-D28E-85350B5A32F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25D6B42C-1736-0FEB-632F-27749906542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4ADC0D0-B9B3-6A40-88E8-A1B75264887A}" type="datetimeFigureOut">
              <a:rPr kumimoji="1" lang="zh-CN" altLang="en-US" smtClean="0"/>
              <a:t>2026/3/2</a:t>
            </a:fld>
            <a:endParaRPr kumimoji="1" lang="zh-CN" altLang="en-US"/>
          </a:p>
        </p:txBody>
      </p:sp>
      <p:sp>
        <p:nvSpPr>
          <p:cNvPr id="5" name="页脚占位符 4">
            <a:extLst>
              <a:ext uri="{FF2B5EF4-FFF2-40B4-BE49-F238E27FC236}">
                <a16:creationId xmlns:a16="http://schemas.microsoft.com/office/drawing/2014/main" id="{6E28F386-21C3-3D68-50C4-071EA5A532B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zh-CN" altLang="en-US"/>
          </a:p>
        </p:txBody>
      </p:sp>
      <p:sp>
        <p:nvSpPr>
          <p:cNvPr id="6" name="灯片编号占位符 5">
            <a:extLst>
              <a:ext uri="{FF2B5EF4-FFF2-40B4-BE49-F238E27FC236}">
                <a16:creationId xmlns:a16="http://schemas.microsoft.com/office/drawing/2014/main" id="{1CE77D57-977D-C5B3-9DF9-7774897C4C1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3DC5DCA-3CDB-EE49-8570-3C3836911436}" type="slidenum">
              <a:rPr kumimoji="1" lang="zh-CN" altLang="en-US" smtClean="0"/>
              <a:t>‹#›</a:t>
            </a:fld>
            <a:endParaRPr kumimoji="1" lang="zh-CN" altLang="en-US"/>
          </a:p>
        </p:txBody>
      </p:sp>
    </p:spTree>
    <p:extLst>
      <p:ext uri="{BB962C8B-B14F-4D97-AF65-F5344CB8AC3E}">
        <p14:creationId xmlns:p14="http://schemas.microsoft.com/office/powerpoint/2010/main" val="86030287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2.png"/><Relationship Id="rId3" Type="http://schemas.openxmlformats.org/officeDocument/2006/relationships/image" Target="../media/image2.png"/><Relationship Id="rId7" Type="http://schemas.openxmlformats.org/officeDocument/2006/relationships/image" Target="../media/image6.png"/><Relationship Id="rId12" Type="http://schemas.openxmlformats.org/officeDocument/2006/relationships/image" Target="../media/image11.pn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5.png"/><Relationship Id="rId11" Type="http://schemas.openxmlformats.org/officeDocument/2006/relationships/image" Target="../media/image10.png"/><Relationship Id="rId5" Type="http://schemas.openxmlformats.org/officeDocument/2006/relationships/image" Target="../media/image4.pn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png"/><Relationship Id="rId14"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7" name="组合 46">
            <a:extLst>
              <a:ext uri="{FF2B5EF4-FFF2-40B4-BE49-F238E27FC236}">
                <a16:creationId xmlns:a16="http://schemas.microsoft.com/office/drawing/2014/main" id="{F2D24455-FF72-CA5A-8DFC-895F7DE0DEB2}"/>
              </a:ext>
            </a:extLst>
          </p:cNvPr>
          <p:cNvGrpSpPr/>
          <p:nvPr/>
        </p:nvGrpSpPr>
        <p:grpSpPr>
          <a:xfrm>
            <a:off x="1009883" y="111512"/>
            <a:ext cx="8670302" cy="6663762"/>
            <a:chOff x="1009883" y="111512"/>
            <a:chExt cx="8670302" cy="6663762"/>
          </a:xfrm>
        </p:grpSpPr>
        <p:sp>
          <p:nvSpPr>
            <p:cNvPr id="4" name="矩形 3">
              <a:extLst>
                <a:ext uri="{FF2B5EF4-FFF2-40B4-BE49-F238E27FC236}">
                  <a16:creationId xmlns:a16="http://schemas.microsoft.com/office/drawing/2014/main" id="{D972F806-6100-F8F3-3A80-7818806F13FE}"/>
                </a:ext>
              </a:extLst>
            </p:cNvPr>
            <p:cNvSpPr/>
            <p:nvPr/>
          </p:nvSpPr>
          <p:spPr>
            <a:xfrm>
              <a:off x="2174488" y="111512"/>
              <a:ext cx="7263158" cy="568713"/>
            </a:xfrm>
            <a:prstGeom prst="rect">
              <a:avLst/>
            </a:prstGeom>
            <a:noFill/>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zh-CN" altLang="en-US">
                <a:ln w="0"/>
                <a:solidFill>
                  <a:schemeClr val="tx1"/>
                </a:solidFill>
                <a:effectLst>
                  <a:outerShdw blurRad="38100" dist="19050" dir="2700000" algn="tl" rotWithShape="0">
                    <a:schemeClr val="dk1">
                      <a:alpha val="40000"/>
                    </a:schemeClr>
                  </a:outerShdw>
                </a:effectLst>
              </a:endParaRPr>
            </a:p>
          </p:txBody>
        </p:sp>
        <p:sp>
          <p:nvSpPr>
            <p:cNvPr id="5" name="文本框 4">
              <a:extLst>
                <a:ext uri="{FF2B5EF4-FFF2-40B4-BE49-F238E27FC236}">
                  <a16:creationId xmlns:a16="http://schemas.microsoft.com/office/drawing/2014/main" id="{9BFE693D-2377-BDC7-91E6-D8214984D3CA}"/>
                </a:ext>
              </a:extLst>
            </p:cNvPr>
            <p:cNvSpPr txBox="1"/>
            <p:nvPr/>
          </p:nvSpPr>
          <p:spPr>
            <a:xfrm>
              <a:off x="3542368" y="207829"/>
              <a:ext cx="4839630" cy="338554"/>
            </a:xfrm>
            <a:prstGeom prst="rect">
              <a:avLst/>
            </a:prstGeom>
            <a:noFill/>
          </p:spPr>
          <p:txBody>
            <a:bodyPr wrap="square" rtlCol="0">
              <a:spAutoFit/>
            </a:bodyPr>
            <a:lstStyle/>
            <a:p>
              <a:r>
                <a:rPr kumimoji="1" lang="zh-CN" altLang="en-US" sz="1600" dirty="0"/>
                <a:t>分布式信源编码辅助的编码计算结果传输方法研究</a:t>
              </a:r>
            </a:p>
          </p:txBody>
        </p:sp>
        <p:sp>
          <p:nvSpPr>
            <p:cNvPr id="6" name="矩形 5">
              <a:extLst>
                <a:ext uri="{FF2B5EF4-FFF2-40B4-BE49-F238E27FC236}">
                  <a16:creationId xmlns:a16="http://schemas.microsoft.com/office/drawing/2014/main" id="{1D4CA199-F4E0-9137-2FE5-B98C65F6F002}"/>
                </a:ext>
              </a:extLst>
            </p:cNvPr>
            <p:cNvSpPr/>
            <p:nvPr/>
          </p:nvSpPr>
          <p:spPr>
            <a:xfrm>
              <a:off x="2174486" y="952864"/>
              <a:ext cx="3341647" cy="369331"/>
            </a:xfrm>
            <a:prstGeom prst="rect">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zh-CN" altLang="en-US"/>
            </a:p>
          </p:txBody>
        </p:sp>
        <p:sp>
          <p:nvSpPr>
            <p:cNvPr id="7" name="矩形 6">
              <a:extLst>
                <a:ext uri="{FF2B5EF4-FFF2-40B4-BE49-F238E27FC236}">
                  <a16:creationId xmlns:a16="http://schemas.microsoft.com/office/drawing/2014/main" id="{E9870C36-BBED-B06A-2FC7-90770FE61814}"/>
                </a:ext>
              </a:extLst>
            </p:cNvPr>
            <p:cNvSpPr/>
            <p:nvPr/>
          </p:nvSpPr>
          <p:spPr>
            <a:xfrm>
              <a:off x="6095999" y="956760"/>
              <a:ext cx="3341648" cy="369332"/>
            </a:xfrm>
            <a:prstGeom prst="rect">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zh-CN" altLang="en-US"/>
            </a:p>
          </p:txBody>
        </p:sp>
        <p:sp>
          <p:nvSpPr>
            <p:cNvPr id="8" name="文本框 7">
              <a:extLst>
                <a:ext uri="{FF2B5EF4-FFF2-40B4-BE49-F238E27FC236}">
                  <a16:creationId xmlns:a16="http://schemas.microsoft.com/office/drawing/2014/main" id="{1CFC36BD-DAC9-04B1-9812-69ACABB34AD2}"/>
                </a:ext>
              </a:extLst>
            </p:cNvPr>
            <p:cNvSpPr txBox="1"/>
            <p:nvPr/>
          </p:nvSpPr>
          <p:spPr>
            <a:xfrm>
              <a:off x="2996889" y="967808"/>
              <a:ext cx="2274849" cy="307777"/>
            </a:xfrm>
            <a:prstGeom prst="rect">
              <a:avLst/>
            </a:prstGeom>
            <a:noFill/>
          </p:spPr>
          <p:txBody>
            <a:bodyPr wrap="square" rtlCol="0">
              <a:spAutoFit/>
            </a:bodyPr>
            <a:lstStyle/>
            <a:p>
              <a:r>
                <a:rPr kumimoji="1" lang="zh-CN" altLang="en-US" sz="1400" dirty="0"/>
                <a:t>第一章</a:t>
              </a:r>
              <a:r>
                <a:rPr kumimoji="1" lang="en-US" altLang="zh-CN" sz="1400" dirty="0"/>
                <a:t>	</a:t>
              </a:r>
              <a:r>
                <a:rPr kumimoji="1" lang="zh-CN" altLang="en-US" sz="1400" dirty="0"/>
                <a:t>绪论</a:t>
              </a:r>
            </a:p>
          </p:txBody>
        </p:sp>
        <p:sp>
          <p:nvSpPr>
            <p:cNvPr id="9" name="文本框 8">
              <a:extLst>
                <a:ext uri="{FF2B5EF4-FFF2-40B4-BE49-F238E27FC236}">
                  <a16:creationId xmlns:a16="http://schemas.microsoft.com/office/drawing/2014/main" id="{682A481C-4570-7EA2-87FA-2048C5469A84}"/>
                </a:ext>
              </a:extLst>
            </p:cNvPr>
            <p:cNvSpPr txBox="1"/>
            <p:nvPr/>
          </p:nvSpPr>
          <p:spPr>
            <a:xfrm>
              <a:off x="6338536" y="992836"/>
              <a:ext cx="3341649" cy="307777"/>
            </a:xfrm>
            <a:prstGeom prst="rect">
              <a:avLst/>
            </a:prstGeom>
            <a:noFill/>
          </p:spPr>
          <p:txBody>
            <a:bodyPr wrap="square" rtlCol="0">
              <a:spAutoFit/>
            </a:bodyPr>
            <a:lstStyle/>
            <a:p>
              <a:r>
                <a:rPr kumimoji="1" lang="zh-CN" altLang="en-US" sz="1400" dirty="0"/>
                <a:t>第二章</a:t>
              </a:r>
              <a:r>
                <a:rPr kumimoji="1" lang="en-US" altLang="zh-CN" sz="1400" dirty="0"/>
                <a:t>	</a:t>
              </a:r>
              <a:r>
                <a:rPr kumimoji="1" lang="zh-CN" altLang="en-US" sz="1400" dirty="0"/>
                <a:t>理论基础与相关技术</a:t>
              </a:r>
            </a:p>
          </p:txBody>
        </p:sp>
        <p:sp>
          <p:nvSpPr>
            <p:cNvPr id="10" name="下箭头 9">
              <a:extLst>
                <a:ext uri="{FF2B5EF4-FFF2-40B4-BE49-F238E27FC236}">
                  <a16:creationId xmlns:a16="http://schemas.microsoft.com/office/drawing/2014/main" id="{337BCAEE-2B43-3C2C-8031-DAD7B233AA76}"/>
                </a:ext>
              </a:extLst>
            </p:cNvPr>
            <p:cNvSpPr/>
            <p:nvPr/>
          </p:nvSpPr>
          <p:spPr>
            <a:xfrm>
              <a:off x="3845309" y="680224"/>
              <a:ext cx="157978" cy="278109"/>
            </a:xfrm>
            <a:prstGeom prst="downArrow">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zh-CN" altLang="en-US"/>
            </a:p>
          </p:txBody>
        </p:sp>
        <p:sp>
          <p:nvSpPr>
            <p:cNvPr id="11" name="下箭头 10">
              <a:extLst>
                <a:ext uri="{FF2B5EF4-FFF2-40B4-BE49-F238E27FC236}">
                  <a16:creationId xmlns:a16="http://schemas.microsoft.com/office/drawing/2014/main" id="{24FF7630-3B0C-4C99-31CF-003E62A7CD09}"/>
                </a:ext>
              </a:extLst>
            </p:cNvPr>
            <p:cNvSpPr/>
            <p:nvPr/>
          </p:nvSpPr>
          <p:spPr>
            <a:xfrm>
              <a:off x="7186954" y="680224"/>
              <a:ext cx="157978" cy="278109"/>
            </a:xfrm>
            <a:prstGeom prst="downArrow">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zh-CN" altLang="en-US"/>
            </a:p>
          </p:txBody>
        </p:sp>
        <p:sp>
          <p:nvSpPr>
            <p:cNvPr id="12" name="矩形 11">
              <a:extLst>
                <a:ext uri="{FF2B5EF4-FFF2-40B4-BE49-F238E27FC236}">
                  <a16:creationId xmlns:a16="http://schemas.microsoft.com/office/drawing/2014/main" id="{750E5A2C-05A1-E47A-54FC-82A8E932F9AD}"/>
                </a:ext>
              </a:extLst>
            </p:cNvPr>
            <p:cNvSpPr/>
            <p:nvPr/>
          </p:nvSpPr>
          <p:spPr>
            <a:xfrm>
              <a:off x="2174485" y="1539587"/>
              <a:ext cx="7263161" cy="1083969"/>
            </a:xfrm>
            <a:prstGeom prst="rect">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zh-CN" altLang="en-US"/>
            </a:p>
          </p:txBody>
        </p:sp>
        <p:sp>
          <p:nvSpPr>
            <p:cNvPr id="13" name="矩形 12">
              <a:extLst>
                <a:ext uri="{FF2B5EF4-FFF2-40B4-BE49-F238E27FC236}">
                  <a16:creationId xmlns:a16="http://schemas.microsoft.com/office/drawing/2014/main" id="{19CBF791-1226-1B7F-E326-9B3091A4083C}"/>
                </a:ext>
              </a:extLst>
            </p:cNvPr>
            <p:cNvSpPr/>
            <p:nvPr/>
          </p:nvSpPr>
          <p:spPr>
            <a:xfrm>
              <a:off x="1009883" y="1561841"/>
              <a:ext cx="858644" cy="1080611"/>
            </a:xfrm>
            <a:prstGeom prst="rect">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zh-CN" altLang="en-US"/>
            </a:p>
          </p:txBody>
        </p:sp>
        <p:sp>
          <p:nvSpPr>
            <p:cNvPr id="14" name="文本框 13">
              <a:extLst>
                <a:ext uri="{FF2B5EF4-FFF2-40B4-BE49-F238E27FC236}">
                  <a16:creationId xmlns:a16="http://schemas.microsoft.com/office/drawing/2014/main" id="{E5086C02-7BEE-B6AA-68CE-8B36814EADA5}"/>
                </a:ext>
              </a:extLst>
            </p:cNvPr>
            <p:cNvSpPr txBox="1"/>
            <p:nvPr/>
          </p:nvSpPr>
          <p:spPr>
            <a:xfrm>
              <a:off x="1115127" y="1791758"/>
              <a:ext cx="858644" cy="646331"/>
            </a:xfrm>
            <a:prstGeom prst="rect">
              <a:avLst/>
            </a:prstGeom>
            <a:noFill/>
          </p:spPr>
          <p:txBody>
            <a:bodyPr wrap="square" rtlCol="0">
              <a:spAutoFit/>
            </a:bodyPr>
            <a:lstStyle/>
            <a:p>
              <a:r>
                <a:rPr kumimoji="1" lang="zh-CN" altLang="en-US" dirty="0"/>
                <a:t>面临挑战</a:t>
              </a:r>
            </a:p>
          </p:txBody>
        </p:sp>
        <p:sp>
          <p:nvSpPr>
            <p:cNvPr id="15" name="矩形 14">
              <a:extLst>
                <a:ext uri="{FF2B5EF4-FFF2-40B4-BE49-F238E27FC236}">
                  <a16:creationId xmlns:a16="http://schemas.microsoft.com/office/drawing/2014/main" id="{0ACC151C-7AD9-478C-1C86-C6D12554CAF6}"/>
                </a:ext>
              </a:extLst>
            </p:cNvPr>
            <p:cNvSpPr/>
            <p:nvPr/>
          </p:nvSpPr>
          <p:spPr>
            <a:xfrm>
              <a:off x="1020337" y="2880057"/>
              <a:ext cx="858644" cy="3200254"/>
            </a:xfrm>
            <a:prstGeom prst="rect">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zh-CN" altLang="en-US"/>
            </a:p>
          </p:txBody>
        </p:sp>
        <p:sp>
          <p:nvSpPr>
            <p:cNvPr id="16" name="文本框 15">
              <a:extLst>
                <a:ext uri="{FF2B5EF4-FFF2-40B4-BE49-F238E27FC236}">
                  <a16:creationId xmlns:a16="http://schemas.microsoft.com/office/drawing/2014/main" id="{5BD950AE-AEB9-8749-49DB-F187ACF27066}"/>
                </a:ext>
              </a:extLst>
            </p:cNvPr>
            <p:cNvSpPr txBox="1"/>
            <p:nvPr/>
          </p:nvSpPr>
          <p:spPr>
            <a:xfrm>
              <a:off x="1214787" y="3673871"/>
              <a:ext cx="501804" cy="1200329"/>
            </a:xfrm>
            <a:prstGeom prst="rect">
              <a:avLst/>
            </a:prstGeom>
            <a:noFill/>
          </p:spPr>
          <p:txBody>
            <a:bodyPr wrap="square" rtlCol="0">
              <a:spAutoFit/>
            </a:bodyPr>
            <a:lstStyle/>
            <a:p>
              <a:r>
                <a:rPr kumimoji="1" lang="zh-CN" altLang="en-US" dirty="0"/>
                <a:t>研究内容</a:t>
              </a:r>
            </a:p>
          </p:txBody>
        </p:sp>
        <p:sp>
          <p:nvSpPr>
            <p:cNvPr id="17" name="矩形 16">
              <a:extLst>
                <a:ext uri="{FF2B5EF4-FFF2-40B4-BE49-F238E27FC236}">
                  <a16:creationId xmlns:a16="http://schemas.microsoft.com/office/drawing/2014/main" id="{F4918191-AC98-6A35-C245-77E14379FD7D}"/>
                </a:ext>
              </a:extLst>
            </p:cNvPr>
            <p:cNvSpPr/>
            <p:nvPr/>
          </p:nvSpPr>
          <p:spPr>
            <a:xfrm>
              <a:off x="2181917" y="2880057"/>
              <a:ext cx="7263161" cy="3208509"/>
            </a:xfrm>
            <a:prstGeom prst="rect">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zh-CN" altLang="en-US"/>
            </a:p>
          </p:txBody>
        </p:sp>
        <p:sp>
          <p:nvSpPr>
            <p:cNvPr id="18" name="圆角矩形 17">
              <a:extLst>
                <a:ext uri="{FF2B5EF4-FFF2-40B4-BE49-F238E27FC236}">
                  <a16:creationId xmlns:a16="http://schemas.microsoft.com/office/drawing/2014/main" id="{FDAB5A5A-5D7D-E2D0-A3BF-73DECCF50F89}"/>
                </a:ext>
              </a:extLst>
            </p:cNvPr>
            <p:cNvSpPr/>
            <p:nvPr/>
          </p:nvSpPr>
          <p:spPr>
            <a:xfrm>
              <a:off x="2386361" y="1661532"/>
              <a:ext cx="3163232" cy="837955"/>
            </a:xfrm>
            <a:prstGeom prst="roundRect">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zh-CN" altLang="en-US"/>
            </a:p>
          </p:txBody>
        </p:sp>
        <p:sp>
          <p:nvSpPr>
            <p:cNvPr id="19" name="圆角矩形 18">
              <a:extLst>
                <a:ext uri="{FF2B5EF4-FFF2-40B4-BE49-F238E27FC236}">
                  <a16:creationId xmlns:a16="http://schemas.microsoft.com/office/drawing/2014/main" id="{6A49BD52-F5E0-A9E2-C53C-9B92FD33A423}"/>
                </a:ext>
              </a:extLst>
            </p:cNvPr>
            <p:cNvSpPr/>
            <p:nvPr/>
          </p:nvSpPr>
          <p:spPr>
            <a:xfrm>
              <a:off x="5962183" y="1671372"/>
              <a:ext cx="3378820" cy="806126"/>
            </a:xfrm>
            <a:prstGeom prst="roundRect">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zh-CN" altLang="en-US"/>
            </a:p>
          </p:txBody>
        </p:sp>
        <p:sp>
          <p:nvSpPr>
            <p:cNvPr id="22" name="文本框 21">
              <a:extLst>
                <a:ext uri="{FF2B5EF4-FFF2-40B4-BE49-F238E27FC236}">
                  <a16:creationId xmlns:a16="http://schemas.microsoft.com/office/drawing/2014/main" id="{5CCEE64D-15DC-0E60-A3B2-9E30E53D16A9}"/>
                </a:ext>
              </a:extLst>
            </p:cNvPr>
            <p:cNvSpPr txBox="1"/>
            <p:nvPr/>
          </p:nvSpPr>
          <p:spPr>
            <a:xfrm>
              <a:off x="2563385" y="1689954"/>
              <a:ext cx="2721825" cy="738664"/>
            </a:xfrm>
            <a:prstGeom prst="rect">
              <a:avLst/>
            </a:prstGeom>
            <a:noFill/>
          </p:spPr>
          <p:txBody>
            <a:bodyPr wrap="square" rtlCol="0">
              <a:spAutoFit/>
            </a:bodyPr>
            <a:lstStyle/>
            <a:p>
              <a:r>
                <a:rPr kumimoji="1" lang="zh-CN" altLang="en-US" sz="1400" dirty="0"/>
                <a:t>编码计算下行传输过程受信道衰落影响导致通信延迟增大，从而影响整体计算时长</a:t>
              </a:r>
            </a:p>
          </p:txBody>
        </p:sp>
        <p:sp>
          <p:nvSpPr>
            <p:cNvPr id="23" name="文本框 22">
              <a:extLst>
                <a:ext uri="{FF2B5EF4-FFF2-40B4-BE49-F238E27FC236}">
                  <a16:creationId xmlns:a16="http://schemas.microsoft.com/office/drawing/2014/main" id="{319AAF94-7A6F-A5EB-DC3E-466A0F3074C0}"/>
                </a:ext>
              </a:extLst>
            </p:cNvPr>
            <p:cNvSpPr txBox="1"/>
            <p:nvPr/>
          </p:nvSpPr>
          <p:spPr>
            <a:xfrm>
              <a:off x="6188920" y="1705103"/>
              <a:ext cx="3126059" cy="738664"/>
            </a:xfrm>
            <a:prstGeom prst="rect">
              <a:avLst/>
            </a:prstGeom>
            <a:noFill/>
          </p:spPr>
          <p:txBody>
            <a:bodyPr wrap="square" rtlCol="0">
              <a:spAutoFit/>
            </a:bodyPr>
            <a:lstStyle/>
            <a:p>
              <a:r>
                <a:rPr kumimoji="1" lang="zh-CN" altLang="en-US" sz="1400" dirty="0"/>
                <a:t>编码计算由于引入任务编码，计算子任务间存在相关性，现有机制未能充分利用相关性，并与</a:t>
              </a:r>
              <a:r>
                <a:rPr kumimoji="1" lang="en-US" altLang="zh-CN" sz="1400" dirty="0"/>
                <a:t>DSC</a:t>
              </a:r>
              <a:r>
                <a:rPr kumimoji="1" lang="zh-CN" altLang="en-US" sz="1400" dirty="0"/>
                <a:t>问题结合</a:t>
              </a:r>
            </a:p>
          </p:txBody>
        </p:sp>
        <p:grpSp>
          <p:nvGrpSpPr>
            <p:cNvPr id="37" name="组合 36">
              <a:extLst>
                <a:ext uri="{FF2B5EF4-FFF2-40B4-BE49-F238E27FC236}">
                  <a16:creationId xmlns:a16="http://schemas.microsoft.com/office/drawing/2014/main" id="{2FCA9E7C-0B52-8C1F-756C-102B2594540E}"/>
                </a:ext>
              </a:extLst>
            </p:cNvPr>
            <p:cNvGrpSpPr/>
            <p:nvPr/>
          </p:nvGrpSpPr>
          <p:grpSpPr>
            <a:xfrm>
              <a:off x="2304595" y="2983640"/>
              <a:ext cx="3077265" cy="2190582"/>
              <a:chOff x="2452341" y="2972433"/>
              <a:chExt cx="3077265" cy="2190582"/>
            </a:xfrm>
          </p:grpSpPr>
          <p:sp>
            <p:nvSpPr>
              <p:cNvPr id="20" name="矩形 19">
                <a:extLst>
                  <a:ext uri="{FF2B5EF4-FFF2-40B4-BE49-F238E27FC236}">
                    <a16:creationId xmlns:a16="http://schemas.microsoft.com/office/drawing/2014/main" id="{592F0B53-A95C-70C2-A5C6-06BACE7A55C0}"/>
                  </a:ext>
                </a:extLst>
              </p:cNvPr>
              <p:cNvSpPr/>
              <p:nvPr/>
            </p:nvSpPr>
            <p:spPr>
              <a:xfrm>
                <a:off x="2452341" y="2972433"/>
                <a:ext cx="2963435" cy="2190582"/>
              </a:xfrm>
              <a:prstGeom prst="rect">
                <a:avLst/>
              </a:prstGeom>
              <a:ln>
                <a:solidFill>
                  <a:schemeClr val="tx1"/>
                </a:solidFill>
                <a:prstDash val="sysDash"/>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zh-CN" altLang="en-US"/>
              </a:p>
            </p:txBody>
          </p:sp>
          <p:sp>
            <p:nvSpPr>
              <p:cNvPr id="24" name="文本框 23">
                <a:extLst>
                  <a:ext uri="{FF2B5EF4-FFF2-40B4-BE49-F238E27FC236}">
                    <a16:creationId xmlns:a16="http://schemas.microsoft.com/office/drawing/2014/main" id="{8F97E032-AF2A-8D82-C37E-6E2F21227DD4}"/>
                  </a:ext>
                </a:extLst>
              </p:cNvPr>
              <p:cNvSpPr txBox="1"/>
              <p:nvPr/>
            </p:nvSpPr>
            <p:spPr>
              <a:xfrm>
                <a:off x="2563385" y="3065650"/>
                <a:ext cx="2966221" cy="523220"/>
              </a:xfrm>
              <a:prstGeom prst="rect">
                <a:avLst/>
              </a:prstGeom>
              <a:noFill/>
            </p:spPr>
            <p:txBody>
              <a:bodyPr wrap="square" rtlCol="0">
                <a:spAutoFit/>
              </a:bodyPr>
              <a:lstStyle/>
              <a:p>
                <a:r>
                  <a:rPr kumimoji="1" lang="zh-CN" altLang="en-US" sz="1400" dirty="0"/>
                  <a:t>第三章  面向完整重构的</a:t>
                </a:r>
                <a:r>
                  <a:rPr kumimoji="1" lang="en" altLang="zh-CN" sz="1400" dirty="0"/>
                  <a:t>DSC</a:t>
                </a:r>
                <a:r>
                  <a:rPr kumimoji="1" lang="zh-CN" altLang="en-US" sz="1400" dirty="0"/>
                  <a:t>辅助编码计算结果传输方法研究</a:t>
                </a:r>
              </a:p>
            </p:txBody>
          </p:sp>
          <p:sp>
            <p:nvSpPr>
              <p:cNvPr id="27" name="圆角矩形 26">
                <a:extLst>
                  <a:ext uri="{FF2B5EF4-FFF2-40B4-BE49-F238E27FC236}">
                    <a16:creationId xmlns:a16="http://schemas.microsoft.com/office/drawing/2014/main" id="{08D3D132-1C90-67B8-1E3A-31C816DC346D}"/>
                  </a:ext>
                </a:extLst>
              </p:cNvPr>
              <p:cNvSpPr/>
              <p:nvPr/>
            </p:nvSpPr>
            <p:spPr>
              <a:xfrm>
                <a:off x="2555720" y="3659141"/>
                <a:ext cx="2729490" cy="1347757"/>
              </a:xfrm>
              <a:prstGeom prst="roundRect">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zh-CN" altLang="en-US"/>
              </a:p>
            </p:txBody>
          </p:sp>
          <p:sp>
            <p:nvSpPr>
              <p:cNvPr id="29" name="文本框 28">
                <a:extLst>
                  <a:ext uri="{FF2B5EF4-FFF2-40B4-BE49-F238E27FC236}">
                    <a16:creationId xmlns:a16="http://schemas.microsoft.com/office/drawing/2014/main" id="{D295368C-3E6B-37C0-E99D-DA4FD562103E}"/>
                  </a:ext>
                </a:extLst>
              </p:cNvPr>
              <p:cNvSpPr txBox="1"/>
              <p:nvPr/>
            </p:nvSpPr>
            <p:spPr>
              <a:xfrm>
                <a:off x="2617058" y="3855965"/>
                <a:ext cx="2701837" cy="954107"/>
              </a:xfrm>
              <a:prstGeom prst="rect">
                <a:avLst/>
              </a:prstGeom>
              <a:noFill/>
            </p:spPr>
            <p:txBody>
              <a:bodyPr wrap="square" rtlCol="0">
                <a:spAutoFit/>
              </a:bodyPr>
              <a:lstStyle/>
              <a:p>
                <a:r>
                  <a:rPr kumimoji="1" lang="zh-CN" altLang="en-US" sz="1400" dirty="0"/>
                  <a:t>针对独立恢复计算子任务结果场景，提出基于</a:t>
                </a:r>
                <a:r>
                  <a:rPr kumimoji="1" lang="en-US" altLang="zh-CN" sz="1400" dirty="0"/>
                  <a:t>DSC</a:t>
                </a:r>
                <a:r>
                  <a:rPr kumimoji="1" lang="zh-CN" altLang="en-US" sz="1400" dirty="0"/>
                  <a:t>的编码计算结果下行传输机制，并提出一种基于伴随式穿刺的实际编码方案</a:t>
                </a:r>
              </a:p>
            </p:txBody>
          </p:sp>
        </p:grpSp>
        <p:grpSp>
          <p:nvGrpSpPr>
            <p:cNvPr id="36" name="组合 35">
              <a:extLst>
                <a:ext uri="{FF2B5EF4-FFF2-40B4-BE49-F238E27FC236}">
                  <a16:creationId xmlns:a16="http://schemas.microsoft.com/office/drawing/2014/main" id="{04A48E13-472E-6DBA-E16A-6EFDBC902CCA}"/>
                </a:ext>
              </a:extLst>
            </p:cNvPr>
            <p:cNvGrpSpPr/>
            <p:nvPr/>
          </p:nvGrpSpPr>
          <p:grpSpPr>
            <a:xfrm>
              <a:off x="6188920" y="2972434"/>
              <a:ext cx="3146045" cy="2190581"/>
              <a:chOff x="6076013" y="2972433"/>
              <a:chExt cx="3146045" cy="2190581"/>
            </a:xfrm>
          </p:grpSpPr>
          <p:sp>
            <p:nvSpPr>
              <p:cNvPr id="21" name="矩形 20">
                <a:extLst>
                  <a:ext uri="{FF2B5EF4-FFF2-40B4-BE49-F238E27FC236}">
                    <a16:creationId xmlns:a16="http://schemas.microsoft.com/office/drawing/2014/main" id="{577B3CA9-3349-34D2-A8B2-F20068EA404E}"/>
                  </a:ext>
                </a:extLst>
              </p:cNvPr>
              <p:cNvSpPr/>
              <p:nvPr/>
            </p:nvSpPr>
            <p:spPr>
              <a:xfrm>
                <a:off x="6076013" y="2972433"/>
                <a:ext cx="3146045" cy="2190581"/>
              </a:xfrm>
              <a:prstGeom prst="rect">
                <a:avLst/>
              </a:prstGeom>
              <a:ln>
                <a:solidFill>
                  <a:schemeClr val="tx1"/>
                </a:solidFill>
                <a:prstDash val="sysDash"/>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zh-CN" altLang="en-US"/>
              </a:p>
            </p:txBody>
          </p:sp>
          <p:sp>
            <p:nvSpPr>
              <p:cNvPr id="25" name="文本框 24">
                <a:extLst>
                  <a:ext uri="{FF2B5EF4-FFF2-40B4-BE49-F238E27FC236}">
                    <a16:creationId xmlns:a16="http://schemas.microsoft.com/office/drawing/2014/main" id="{FF8540A1-ED44-2B0D-0432-8086D1356629}"/>
                  </a:ext>
                </a:extLst>
              </p:cNvPr>
              <p:cNvSpPr txBox="1"/>
              <p:nvPr/>
            </p:nvSpPr>
            <p:spPr>
              <a:xfrm>
                <a:off x="6109008" y="3065650"/>
                <a:ext cx="3113050" cy="523220"/>
              </a:xfrm>
              <a:prstGeom prst="rect">
                <a:avLst/>
              </a:prstGeom>
              <a:noFill/>
            </p:spPr>
            <p:txBody>
              <a:bodyPr wrap="square" rtlCol="0">
                <a:spAutoFit/>
              </a:bodyPr>
              <a:lstStyle/>
              <a:p>
                <a:r>
                  <a:rPr kumimoji="1" lang="zh-CN" altLang="en-US" sz="1400" dirty="0"/>
                  <a:t>第四章  面向线性聚合的</a:t>
                </a:r>
                <a:r>
                  <a:rPr kumimoji="1" lang="en" altLang="zh-CN" sz="1400" dirty="0"/>
                  <a:t>DSC</a:t>
                </a:r>
                <a:r>
                  <a:rPr kumimoji="1" lang="zh-CN" altLang="en-US" sz="1400" dirty="0"/>
                  <a:t>辅助编码计算结果传输方法研究</a:t>
                </a:r>
              </a:p>
            </p:txBody>
          </p:sp>
          <p:sp>
            <p:nvSpPr>
              <p:cNvPr id="28" name="圆角矩形 27">
                <a:extLst>
                  <a:ext uri="{FF2B5EF4-FFF2-40B4-BE49-F238E27FC236}">
                    <a16:creationId xmlns:a16="http://schemas.microsoft.com/office/drawing/2014/main" id="{DFA2878E-B099-D6FC-B44B-B1C95811C5A8}"/>
                  </a:ext>
                </a:extLst>
              </p:cNvPr>
              <p:cNvSpPr/>
              <p:nvPr/>
            </p:nvSpPr>
            <p:spPr>
              <a:xfrm>
                <a:off x="6192877" y="3670480"/>
                <a:ext cx="2834030" cy="1347757"/>
              </a:xfrm>
              <a:prstGeom prst="roundRect">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zh-CN" altLang="en-US"/>
              </a:p>
            </p:txBody>
          </p:sp>
          <p:sp>
            <p:nvSpPr>
              <p:cNvPr id="30" name="文本框 29">
                <a:extLst>
                  <a:ext uri="{FF2B5EF4-FFF2-40B4-BE49-F238E27FC236}">
                    <a16:creationId xmlns:a16="http://schemas.microsoft.com/office/drawing/2014/main" id="{B7EC2620-25FE-4D2D-378D-9027AA994C75}"/>
                  </a:ext>
                </a:extLst>
              </p:cNvPr>
              <p:cNvSpPr txBox="1"/>
              <p:nvPr/>
            </p:nvSpPr>
            <p:spPr>
              <a:xfrm>
                <a:off x="6241201" y="3668295"/>
                <a:ext cx="2701837" cy="1384995"/>
              </a:xfrm>
              <a:prstGeom prst="rect">
                <a:avLst/>
              </a:prstGeom>
              <a:noFill/>
            </p:spPr>
            <p:txBody>
              <a:bodyPr wrap="square" rtlCol="0">
                <a:spAutoFit/>
              </a:bodyPr>
              <a:lstStyle/>
              <a:p>
                <a:r>
                  <a:rPr kumimoji="1" lang="zh-CN" altLang="en-US" sz="1400" dirty="0"/>
                  <a:t>针对恢复子任务线性函数计算结果场景，提出基于嵌套线性编码和典型性译码联合的编码计算结果下行传输机制，并证明该方法比独立恢复进一步压缩了信源，从而提升传输效率</a:t>
                </a:r>
              </a:p>
            </p:txBody>
          </p:sp>
        </p:grpSp>
        <p:sp>
          <p:nvSpPr>
            <p:cNvPr id="31" name="下箭头 30">
              <a:extLst>
                <a:ext uri="{FF2B5EF4-FFF2-40B4-BE49-F238E27FC236}">
                  <a16:creationId xmlns:a16="http://schemas.microsoft.com/office/drawing/2014/main" id="{472C5B10-DAF1-ACF0-2D9D-3B396B989CC1}"/>
                </a:ext>
              </a:extLst>
            </p:cNvPr>
            <p:cNvSpPr/>
            <p:nvPr/>
          </p:nvSpPr>
          <p:spPr>
            <a:xfrm>
              <a:off x="3867150" y="1328496"/>
              <a:ext cx="157978" cy="205806"/>
            </a:xfrm>
            <a:prstGeom prst="downArrow">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zh-CN" altLang="en-US"/>
            </a:p>
          </p:txBody>
        </p:sp>
        <p:sp>
          <p:nvSpPr>
            <p:cNvPr id="32" name="下箭头 31">
              <a:extLst>
                <a:ext uri="{FF2B5EF4-FFF2-40B4-BE49-F238E27FC236}">
                  <a16:creationId xmlns:a16="http://schemas.microsoft.com/office/drawing/2014/main" id="{B4C29DC9-2279-888B-C996-08EFDCDFEB28}"/>
                </a:ext>
              </a:extLst>
            </p:cNvPr>
            <p:cNvSpPr/>
            <p:nvPr/>
          </p:nvSpPr>
          <p:spPr>
            <a:xfrm>
              <a:off x="7217618" y="1333781"/>
              <a:ext cx="157978" cy="205806"/>
            </a:xfrm>
            <a:prstGeom prst="downArrow">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zh-CN" altLang="en-US"/>
            </a:p>
          </p:txBody>
        </p:sp>
        <p:sp>
          <p:nvSpPr>
            <p:cNvPr id="33" name="下箭头 32">
              <a:extLst>
                <a:ext uri="{FF2B5EF4-FFF2-40B4-BE49-F238E27FC236}">
                  <a16:creationId xmlns:a16="http://schemas.microsoft.com/office/drawing/2014/main" id="{CFD6C499-89EE-5ACF-E2F3-9C1376EEB77E}"/>
                </a:ext>
              </a:extLst>
            </p:cNvPr>
            <p:cNvSpPr/>
            <p:nvPr/>
          </p:nvSpPr>
          <p:spPr>
            <a:xfrm>
              <a:off x="5727076" y="2642452"/>
              <a:ext cx="157978" cy="205806"/>
            </a:xfrm>
            <a:prstGeom prst="downArrow">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zh-CN" altLang="en-US"/>
            </a:p>
          </p:txBody>
        </p:sp>
        <p:sp>
          <p:nvSpPr>
            <p:cNvPr id="34" name="右箭头 33">
              <a:extLst>
                <a:ext uri="{FF2B5EF4-FFF2-40B4-BE49-F238E27FC236}">
                  <a16:creationId xmlns:a16="http://schemas.microsoft.com/office/drawing/2014/main" id="{140B7E63-5D25-4148-94D4-09C9DB399554}"/>
                </a:ext>
              </a:extLst>
            </p:cNvPr>
            <p:cNvSpPr/>
            <p:nvPr/>
          </p:nvSpPr>
          <p:spPr>
            <a:xfrm>
              <a:off x="5291710" y="4078931"/>
              <a:ext cx="897210" cy="168319"/>
            </a:xfrm>
            <a:prstGeom prst="rightArrow">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zh-CN" altLang="en-US"/>
            </a:p>
          </p:txBody>
        </p:sp>
        <p:sp>
          <p:nvSpPr>
            <p:cNvPr id="35" name="文本框 34">
              <a:extLst>
                <a:ext uri="{FF2B5EF4-FFF2-40B4-BE49-F238E27FC236}">
                  <a16:creationId xmlns:a16="http://schemas.microsoft.com/office/drawing/2014/main" id="{1E1568DD-A82C-E3A6-229B-FE7F9FAA70DC}"/>
                </a:ext>
              </a:extLst>
            </p:cNvPr>
            <p:cNvSpPr txBox="1"/>
            <p:nvPr/>
          </p:nvSpPr>
          <p:spPr>
            <a:xfrm>
              <a:off x="5336337" y="3252797"/>
              <a:ext cx="806821" cy="830997"/>
            </a:xfrm>
            <a:prstGeom prst="rect">
              <a:avLst/>
            </a:prstGeom>
            <a:noFill/>
          </p:spPr>
          <p:txBody>
            <a:bodyPr wrap="square" rtlCol="0">
              <a:spAutoFit/>
            </a:bodyPr>
            <a:lstStyle/>
            <a:p>
              <a:r>
                <a:rPr kumimoji="1" lang="zh-CN" altLang="en-US" sz="1200" dirty="0"/>
                <a:t>恢复独立信源</a:t>
              </a:r>
              <a:r>
                <a:rPr kumimoji="1" lang="en-US" altLang="zh-CN" sz="1200" dirty="0"/>
                <a:t>→</a:t>
              </a:r>
              <a:r>
                <a:rPr kumimoji="1" lang="zh-CN" altLang="en-US" sz="1200" dirty="0"/>
                <a:t>恢复信源线性函数</a:t>
              </a:r>
            </a:p>
          </p:txBody>
        </p:sp>
        <p:sp>
          <p:nvSpPr>
            <p:cNvPr id="39" name="矩形 38">
              <a:extLst>
                <a:ext uri="{FF2B5EF4-FFF2-40B4-BE49-F238E27FC236}">
                  <a16:creationId xmlns:a16="http://schemas.microsoft.com/office/drawing/2014/main" id="{E7120628-BCB0-0AEE-6C62-D4D5A79E4412}"/>
                </a:ext>
              </a:extLst>
            </p:cNvPr>
            <p:cNvSpPr/>
            <p:nvPr/>
          </p:nvSpPr>
          <p:spPr>
            <a:xfrm>
              <a:off x="2996889" y="5574532"/>
              <a:ext cx="5645305" cy="386761"/>
            </a:xfrm>
            <a:prstGeom prst="rect">
              <a:avLst/>
            </a:prstGeom>
            <a:ln>
              <a:solidFill>
                <a:schemeClr val="tx1"/>
              </a:solidFill>
              <a:prstDash val="sysDash"/>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zh-CN" altLang="en-US"/>
            </a:p>
          </p:txBody>
        </p:sp>
        <p:sp>
          <p:nvSpPr>
            <p:cNvPr id="40" name="文本框 39">
              <a:extLst>
                <a:ext uri="{FF2B5EF4-FFF2-40B4-BE49-F238E27FC236}">
                  <a16:creationId xmlns:a16="http://schemas.microsoft.com/office/drawing/2014/main" id="{E469F641-EF95-735F-6A17-04CED5C556CC}"/>
                </a:ext>
              </a:extLst>
            </p:cNvPr>
            <p:cNvSpPr txBox="1"/>
            <p:nvPr/>
          </p:nvSpPr>
          <p:spPr>
            <a:xfrm>
              <a:off x="2996889" y="5642309"/>
              <a:ext cx="5645305" cy="307777"/>
            </a:xfrm>
            <a:prstGeom prst="rect">
              <a:avLst/>
            </a:prstGeom>
            <a:noFill/>
          </p:spPr>
          <p:txBody>
            <a:bodyPr wrap="square" rtlCol="0">
              <a:spAutoFit/>
            </a:bodyPr>
            <a:lstStyle/>
            <a:p>
              <a:r>
                <a:rPr kumimoji="1" lang="zh-CN" altLang="en-US" sz="1400" dirty="0"/>
                <a:t>结合编码计算与</a:t>
              </a:r>
              <a:r>
                <a:rPr kumimoji="1" lang="en-US" altLang="zh-CN" sz="1400" dirty="0"/>
                <a:t>DSC</a:t>
              </a:r>
              <a:r>
                <a:rPr kumimoji="1" lang="zh-CN" altLang="en-US" sz="1400" dirty="0"/>
                <a:t>技术，利用</a:t>
              </a:r>
              <a:r>
                <a:rPr kumimoji="1" lang="en-US" altLang="zh-CN" sz="1400" dirty="0"/>
                <a:t>DSC</a:t>
              </a:r>
              <a:r>
                <a:rPr kumimoji="1" lang="zh-CN" altLang="en-US" sz="1400" dirty="0"/>
                <a:t>技术进行编码计算的传输负载压缩</a:t>
              </a:r>
            </a:p>
          </p:txBody>
        </p:sp>
        <p:sp>
          <p:nvSpPr>
            <p:cNvPr id="41" name="下箭头 40">
              <a:extLst>
                <a:ext uri="{FF2B5EF4-FFF2-40B4-BE49-F238E27FC236}">
                  <a16:creationId xmlns:a16="http://schemas.microsoft.com/office/drawing/2014/main" id="{244776AE-AC0E-8089-459A-E669B995B2F5}"/>
                </a:ext>
              </a:extLst>
            </p:cNvPr>
            <p:cNvSpPr/>
            <p:nvPr/>
          </p:nvSpPr>
          <p:spPr>
            <a:xfrm>
              <a:off x="3953570" y="5204556"/>
              <a:ext cx="183531" cy="324948"/>
            </a:xfrm>
            <a:prstGeom prst="downArrow">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zh-CN" altLang="en-US"/>
            </a:p>
          </p:txBody>
        </p:sp>
        <p:sp>
          <p:nvSpPr>
            <p:cNvPr id="42" name="下箭头 41">
              <a:extLst>
                <a:ext uri="{FF2B5EF4-FFF2-40B4-BE49-F238E27FC236}">
                  <a16:creationId xmlns:a16="http://schemas.microsoft.com/office/drawing/2014/main" id="{93898745-C80D-2FB5-69EB-E9421EB21E8A}"/>
                </a:ext>
              </a:extLst>
            </p:cNvPr>
            <p:cNvSpPr/>
            <p:nvPr/>
          </p:nvSpPr>
          <p:spPr>
            <a:xfrm>
              <a:off x="7318909" y="5182331"/>
              <a:ext cx="183531" cy="380994"/>
            </a:xfrm>
            <a:prstGeom prst="downArrow">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zh-CN" altLang="en-US"/>
            </a:p>
          </p:txBody>
        </p:sp>
        <p:sp>
          <p:nvSpPr>
            <p:cNvPr id="43" name="矩形 42">
              <a:extLst>
                <a:ext uri="{FF2B5EF4-FFF2-40B4-BE49-F238E27FC236}">
                  <a16:creationId xmlns:a16="http://schemas.microsoft.com/office/drawing/2014/main" id="{D89081E1-3BF5-FBED-AD3C-F1238E54CB08}"/>
                </a:ext>
              </a:extLst>
            </p:cNvPr>
            <p:cNvSpPr/>
            <p:nvPr/>
          </p:nvSpPr>
          <p:spPr>
            <a:xfrm>
              <a:off x="2174485" y="6405943"/>
              <a:ext cx="7270593" cy="369331"/>
            </a:xfrm>
            <a:prstGeom prst="rect">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zh-CN" altLang="en-US"/>
            </a:p>
          </p:txBody>
        </p:sp>
        <p:sp>
          <p:nvSpPr>
            <p:cNvPr id="44" name="文本框 43">
              <a:extLst>
                <a:ext uri="{FF2B5EF4-FFF2-40B4-BE49-F238E27FC236}">
                  <a16:creationId xmlns:a16="http://schemas.microsoft.com/office/drawing/2014/main" id="{00050065-EBB5-8F6A-15B2-4D53745E16A3}"/>
                </a:ext>
              </a:extLst>
            </p:cNvPr>
            <p:cNvSpPr txBox="1"/>
            <p:nvPr/>
          </p:nvSpPr>
          <p:spPr>
            <a:xfrm>
              <a:off x="4660606" y="6435468"/>
              <a:ext cx="5005180" cy="307777"/>
            </a:xfrm>
            <a:prstGeom prst="rect">
              <a:avLst/>
            </a:prstGeom>
            <a:noFill/>
          </p:spPr>
          <p:txBody>
            <a:bodyPr wrap="square" rtlCol="0">
              <a:spAutoFit/>
            </a:bodyPr>
            <a:lstStyle/>
            <a:p>
              <a:r>
                <a:rPr kumimoji="1" lang="zh-CN" altLang="en-US" sz="1400" dirty="0"/>
                <a:t>第六章</a:t>
              </a:r>
              <a:r>
                <a:rPr kumimoji="1" lang="en-US" altLang="zh-CN" sz="1400" dirty="0"/>
                <a:t>	</a:t>
              </a:r>
              <a:r>
                <a:rPr kumimoji="1" lang="zh-CN" altLang="en-US" sz="1400" dirty="0"/>
                <a:t>总结与展望</a:t>
              </a:r>
            </a:p>
          </p:txBody>
        </p:sp>
        <p:sp>
          <p:nvSpPr>
            <p:cNvPr id="45" name="下箭头 44">
              <a:extLst>
                <a:ext uri="{FF2B5EF4-FFF2-40B4-BE49-F238E27FC236}">
                  <a16:creationId xmlns:a16="http://schemas.microsoft.com/office/drawing/2014/main" id="{7EC38CC6-B210-7F1A-A529-DAE537F45385}"/>
                </a:ext>
              </a:extLst>
            </p:cNvPr>
            <p:cNvSpPr/>
            <p:nvPr/>
          </p:nvSpPr>
          <p:spPr>
            <a:xfrm>
              <a:off x="5609752" y="6080311"/>
              <a:ext cx="183531" cy="324948"/>
            </a:xfrm>
            <a:prstGeom prst="downArrow">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zh-CN" altLang="en-US"/>
            </a:p>
          </p:txBody>
        </p:sp>
      </p:grpSp>
    </p:spTree>
    <p:extLst>
      <p:ext uri="{BB962C8B-B14F-4D97-AF65-F5344CB8AC3E}">
        <p14:creationId xmlns:p14="http://schemas.microsoft.com/office/powerpoint/2010/main" val="15106398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图片 6" descr="图标&#10;&#10;AI 生成的内容可能不正确。">
            <a:extLst>
              <a:ext uri="{FF2B5EF4-FFF2-40B4-BE49-F238E27FC236}">
                <a16:creationId xmlns:a16="http://schemas.microsoft.com/office/drawing/2014/main" id="{87096A42-779A-8298-06A6-B8E6E0ECA63F}"/>
              </a:ext>
            </a:extLst>
          </p:cNvPr>
          <p:cNvPicPr>
            <a:picLocks noChangeAspect="1"/>
          </p:cNvPicPr>
          <p:nvPr/>
        </p:nvPicPr>
        <p:blipFill>
          <a:blip r:embed="rId2"/>
          <a:stretch>
            <a:fillRect/>
          </a:stretch>
        </p:blipFill>
        <p:spPr>
          <a:xfrm>
            <a:off x="3053645" y="1823154"/>
            <a:ext cx="970845" cy="970845"/>
          </a:xfrm>
          <a:prstGeom prst="rect">
            <a:avLst/>
          </a:prstGeom>
        </p:spPr>
      </p:pic>
      <p:pic>
        <p:nvPicPr>
          <p:cNvPr id="8" name="图片 7" descr="图标&#10;&#10;AI 生成的内容可能不正确。">
            <a:extLst>
              <a:ext uri="{FF2B5EF4-FFF2-40B4-BE49-F238E27FC236}">
                <a16:creationId xmlns:a16="http://schemas.microsoft.com/office/drawing/2014/main" id="{BDDDF511-E732-113B-10A0-EF98803C1E85}"/>
              </a:ext>
            </a:extLst>
          </p:cNvPr>
          <p:cNvPicPr>
            <a:picLocks noChangeAspect="1"/>
          </p:cNvPicPr>
          <p:nvPr/>
        </p:nvPicPr>
        <p:blipFill>
          <a:blip r:embed="rId2"/>
          <a:stretch>
            <a:fillRect/>
          </a:stretch>
        </p:blipFill>
        <p:spPr>
          <a:xfrm>
            <a:off x="4642556" y="1337732"/>
            <a:ext cx="970845" cy="970845"/>
          </a:xfrm>
          <a:prstGeom prst="rect">
            <a:avLst/>
          </a:prstGeom>
        </p:spPr>
      </p:pic>
      <p:pic>
        <p:nvPicPr>
          <p:cNvPr id="9" name="图片 8" descr="图标&#10;&#10;AI 生成的内容可能不正确。">
            <a:extLst>
              <a:ext uri="{FF2B5EF4-FFF2-40B4-BE49-F238E27FC236}">
                <a16:creationId xmlns:a16="http://schemas.microsoft.com/office/drawing/2014/main" id="{6627A8A3-8E30-D543-F04A-0DE02A6E4FE7}"/>
              </a:ext>
            </a:extLst>
          </p:cNvPr>
          <p:cNvPicPr>
            <a:picLocks noChangeAspect="1"/>
          </p:cNvPicPr>
          <p:nvPr/>
        </p:nvPicPr>
        <p:blipFill>
          <a:blip r:embed="rId2"/>
          <a:stretch>
            <a:fillRect/>
          </a:stretch>
        </p:blipFill>
        <p:spPr>
          <a:xfrm>
            <a:off x="6364111" y="1337732"/>
            <a:ext cx="970845" cy="970845"/>
          </a:xfrm>
          <a:prstGeom prst="rect">
            <a:avLst/>
          </a:prstGeom>
        </p:spPr>
      </p:pic>
      <p:pic>
        <p:nvPicPr>
          <p:cNvPr id="10" name="图片 9" descr="图标&#10;&#10;AI 生成的内容可能不正确。">
            <a:extLst>
              <a:ext uri="{FF2B5EF4-FFF2-40B4-BE49-F238E27FC236}">
                <a16:creationId xmlns:a16="http://schemas.microsoft.com/office/drawing/2014/main" id="{8005A4DC-A2AC-C42B-B61E-70A5FECDED9E}"/>
              </a:ext>
            </a:extLst>
          </p:cNvPr>
          <p:cNvPicPr>
            <a:picLocks noChangeAspect="1"/>
          </p:cNvPicPr>
          <p:nvPr/>
        </p:nvPicPr>
        <p:blipFill>
          <a:blip r:embed="rId2"/>
          <a:stretch>
            <a:fillRect/>
          </a:stretch>
        </p:blipFill>
        <p:spPr>
          <a:xfrm>
            <a:off x="7840133" y="1823154"/>
            <a:ext cx="970845" cy="970845"/>
          </a:xfrm>
          <a:prstGeom prst="rect">
            <a:avLst/>
          </a:prstGeom>
        </p:spPr>
      </p:pic>
      <p:pic>
        <p:nvPicPr>
          <p:cNvPr id="12" name="图片 11" descr="图标&#10;&#10;AI 生成的内容可能不正确。">
            <a:extLst>
              <a:ext uri="{FF2B5EF4-FFF2-40B4-BE49-F238E27FC236}">
                <a16:creationId xmlns:a16="http://schemas.microsoft.com/office/drawing/2014/main" id="{E67CCEC3-71E0-11ED-C98A-644C71C458D6}"/>
              </a:ext>
            </a:extLst>
          </p:cNvPr>
          <p:cNvPicPr>
            <a:picLocks noChangeAspect="1"/>
          </p:cNvPicPr>
          <p:nvPr/>
        </p:nvPicPr>
        <p:blipFill>
          <a:blip r:embed="rId3"/>
          <a:stretch>
            <a:fillRect/>
          </a:stretch>
        </p:blipFill>
        <p:spPr>
          <a:xfrm>
            <a:off x="6364111" y="4699002"/>
            <a:ext cx="572911" cy="572911"/>
          </a:xfrm>
          <a:prstGeom prst="rect">
            <a:avLst/>
          </a:prstGeom>
        </p:spPr>
      </p:pic>
      <p:pic>
        <p:nvPicPr>
          <p:cNvPr id="14" name="图片 13" descr="图标&#10;&#10;AI 生成的内容可能不正确。">
            <a:extLst>
              <a:ext uri="{FF2B5EF4-FFF2-40B4-BE49-F238E27FC236}">
                <a16:creationId xmlns:a16="http://schemas.microsoft.com/office/drawing/2014/main" id="{5FBFEE40-1DFB-85F1-D0BB-2913B9243AD1}"/>
              </a:ext>
            </a:extLst>
          </p:cNvPr>
          <p:cNvPicPr>
            <a:picLocks noChangeAspect="1"/>
          </p:cNvPicPr>
          <p:nvPr/>
        </p:nvPicPr>
        <p:blipFill>
          <a:blip r:embed="rId4"/>
          <a:stretch>
            <a:fillRect/>
          </a:stretch>
        </p:blipFill>
        <p:spPr>
          <a:xfrm>
            <a:off x="5192890" y="4064002"/>
            <a:ext cx="1270000" cy="1270000"/>
          </a:xfrm>
          <a:prstGeom prst="rect">
            <a:avLst/>
          </a:prstGeom>
        </p:spPr>
      </p:pic>
      <p:cxnSp>
        <p:nvCxnSpPr>
          <p:cNvPr id="16" name="直线箭头连接符 15">
            <a:extLst>
              <a:ext uri="{FF2B5EF4-FFF2-40B4-BE49-F238E27FC236}">
                <a16:creationId xmlns:a16="http://schemas.microsoft.com/office/drawing/2014/main" id="{2E64A39F-3740-A0AD-AEEA-9AD7FD26B8D9}"/>
              </a:ext>
            </a:extLst>
          </p:cNvPr>
          <p:cNvCxnSpPr>
            <a:cxnSpLocks/>
          </p:cNvCxnSpPr>
          <p:nvPr/>
        </p:nvCxnSpPr>
        <p:spPr>
          <a:xfrm>
            <a:off x="3894667" y="2793998"/>
            <a:ext cx="1718734" cy="1270004"/>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8" name="直线箭头连接符 17">
            <a:extLst>
              <a:ext uri="{FF2B5EF4-FFF2-40B4-BE49-F238E27FC236}">
                <a16:creationId xmlns:a16="http://schemas.microsoft.com/office/drawing/2014/main" id="{91A919C5-C434-9CF5-604F-FDE9CD6FF929}"/>
              </a:ext>
            </a:extLst>
          </p:cNvPr>
          <p:cNvCxnSpPr>
            <a:cxnSpLocks/>
          </p:cNvCxnSpPr>
          <p:nvPr/>
        </p:nvCxnSpPr>
        <p:spPr>
          <a:xfrm flipH="1">
            <a:off x="5994400" y="2383365"/>
            <a:ext cx="584201" cy="161854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5" name="直线箭头连接符 24">
            <a:extLst>
              <a:ext uri="{FF2B5EF4-FFF2-40B4-BE49-F238E27FC236}">
                <a16:creationId xmlns:a16="http://schemas.microsoft.com/office/drawing/2014/main" id="{A93A6F5F-D361-02ED-E044-A6B51E9CA002}"/>
              </a:ext>
            </a:extLst>
          </p:cNvPr>
          <p:cNvCxnSpPr>
            <a:cxnSpLocks/>
            <a:endCxn id="14" idx="0"/>
          </p:cNvCxnSpPr>
          <p:nvPr/>
        </p:nvCxnSpPr>
        <p:spPr>
          <a:xfrm>
            <a:off x="5192890" y="2447778"/>
            <a:ext cx="635000" cy="1616224"/>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7" name="直线箭头连接符 26">
            <a:extLst>
              <a:ext uri="{FF2B5EF4-FFF2-40B4-BE49-F238E27FC236}">
                <a16:creationId xmlns:a16="http://schemas.microsoft.com/office/drawing/2014/main" id="{76D85DA4-4E49-9682-1D9B-220593052047}"/>
              </a:ext>
            </a:extLst>
          </p:cNvPr>
          <p:cNvCxnSpPr/>
          <p:nvPr/>
        </p:nvCxnSpPr>
        <p:spPr>
          <a:xfrm flipH="1">
            <a:off x="6096000" y="2940148"/>
            <a:ext cx="2229555" cy="1123854"/>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mc:AlternateContent xmlns:mc="http://schemas.openxmlformats.org/markup-compatibility/2006">
        <mc:Choice xmlns:a14="http://schemas.microsoft.com/office/drawing/2010/main" Requires="a14">
          <p:sp>
            <p:nvSpPr>
              <p:cNvPr id="31" name="文本框 30">
                <a:extLst>
                  <a:ext uri="{FF2B5EF4-FFF2-40B4-BE49-F238E27FC236}">
                    <a16:creationId xmlns:a16="http://schemas.microsoft.com/office/drawing/2014/main" id="{A2CCC389-1E44-EAA8-7DB6-ED552E693DB5}"/>
                  </a:ext>
                </a:extLst>
              </p:cNvPr>
              <p:cNvSpPr txBox="1"/>
              <p:nvPr/>
            </p:nvSpPr>
            <p:spPr>
              <a:xfrm>
                <a:off x="8046326" y="4737677"/>
                <a:ext cx="1693812" cy="609462"/>
              </a:xfrm>
              <a:prstGeom prst="rect">
                <a:avLst/>
              </a:prstGeom>
              <a:noFill/>
            </p:spPr>
            <p:txBody>
              <a:bodyPr wrap="square" lIns="0" tIns="0" rIns="0" bIns="0" rtlCol="0">
                <a:spAutoFit/>
              </a:bodyPr>
              <a:lstStyle/>
              <a:p>
                <a14:m>
                  <m:oMathPara xmlns:m="http://schemas.openxmlformats.org/officeDocument/2006/math">
                    <m:oMathParaPr>
                      <m:jc m:val="centerGroup"/>
                    </m:oMathParaPr>
                    <m:oMath xmlns:m="http://schemas.openxmlformats.org/officeDocument/2006/math">
                      <m:r>
                        <m:rPr>
                          <m:lit/>
                        </m:rPr>
                        <a:rPr kumimoji="1" lang="en-US" altLang="zh-CN" b="0" i="1" smtClean="0">
                          <a:latin typeface="Cambria Math" panose="02040503050406030204" pitchFamily="18" charset="0"/>
                        </a:rPr>
                        <m:t>{</m:t>
                      </m:r>
                      <m:sSubSup>
                        <m:sSubSupPr>
                          <m:ctrlPr>
                            <a:rPr kumimoji="1" lang="en-US" altLang="zh-CN" b="0" i="1" smtClean="0">
                              <a:latin typeface="Cambria Math" panose="02040503050406030204" pitchFamily="18" charset="0"/>
                            </a:rPr>
                          </m:ctrlPr>
                        </m:sSubSupPr>
                        <m:e>
                          <m:sSub>
                            <m:sSubPr>
                              <m:ctrlPr>
                                <a:rPr kumimoji="1" lang="en-US" altLang="zh-CN" b="0" i="1" smtClean="0">
                                  <a:latin typeface="Cambria Math" panose="02040503050406030204" pitchFamily="18" charset="0"/>
                                </a:rPr>
                              </m:ctrlPr>
                            </m:sSubPr>
                            <m:e>
                              <m:r>
                                <a:rPr kumimoji="1" lang="en-US" altLang="zh-CN" b="0" i="1" smtClean="0">
                                  <a:latin typeface="Cambria Math" panose="02040503050406030204" pitchFamily="18" charset="0"/>
                                </a:rPr>
                                <m:t>𝑋</m:t>
                              </m:r>
                            </m:e>
                            <m:sub>
                              <m:r>
                                <a:rPr kumimoji="1" lang="en-US" altLang="zh-CN" b="0" i="1" smtClean="0">
                                  <a:latin typeface="Cambria Math" panose="02040503050406030204" pitchFamily="18" charset="0"/>
                                </a:rPr>
                                <m:t>𝑖</m:t>
                              </m:r>
                            </m:sub>
                          </m:sSub>
                          <m:r>
                            <m:rPr>
                              <m:lit/>
                            </m:rPr>
                            <a:rPr kumimoji="1" lang="en-US" altLang="zh-CN" b="0" i="1" smtClean="0">
                              <a:latin typeface="Cambria Math" panose="02040503050406030204" pitchFamily="18" charset="0"/>
                            </a:rPr>
                            <m:t>}</m:t>
                          </m:r>
                        </m:e>
                        <m:sub>
                          <m:d>
                            <m:dPr>
                              <m:begChr m:val="{"/>
                              <m:endChr m:val="}"/>
                              <m:ctrlPr>
                                <a:rPr kumimoji="1" lang="en-US" altLang="zh-CN" b="0" i="1" smtClean="0">
                                  <a:latin typeface="Cambria Math" panose="02040503050406030204" pitchFamily="18" charset="0"/>
                                </a:rPr>
                              </m:ctrlPr>
                            </m:dPr>
                            <m:e>
                              <m:r>
                                <a:rPr kumimoji="1" lang="en-US" altLang="zh-CN" b="0" i="1" smtClean="0">
                                  <a:latin typeface="Cambria Math" panose="02040503050406030204" pitchFamily="18" charset="0"/>
                                </a:rPr>
                                <m:t>𝑖</m:t>
                              </m:r>
                              <m:r>
                                <a:rPr kumimoji="1" lang="en-US" altLang="zh-CN" b="0" i="1" smtClean="0">
                                  <a:latin typeface="Cambria Math" panose="02040503050406030204" pitchFamily="18" charset="0"/>
                                </a:rPr>
                                <m:t>=1</m:t>
                              </m:r>
                            </m:e>
                          </m:d>
                        </m:sub>
                        <m:sup>
                          <m:r>
                            <a:rPr kumimoji="1" lang="en-US" altLang="zh-CN" b="0" i="1" smtClean="0">
                              <a:latin typeface="Cambria Math" panose="02040503050406030204" pitchFamily="18" charset="0"/>
                            </a:rPr>
                            <m:t>3</m:t>
                          </m:r>
                        </m:sup>
                      </m:sSubSup>
                    </m:oMath>
                  </m:oMathPara>
                </a14:m>
                <a:endParaRPr kumimoji="1" lang="en-US" altLang="zh-CN" b="0" dirty="0"/>
              </a:p>
              <a:p>
                <a:endParaRPr kumimoji="1" lang="zh-CN" altLang="en-US" dirty="0"/>
              </a:p>
            </p:txBody>
          </p:sp>
        </mc:Choice>
        <mc:Fallback>
          <p:sp>
            <p:nvSpPr>
              <p:cNvPr id="31" name="文本框 30">
                <a:extLst>
                  <a:ext uri="{FF2B5EF4-FFF2-40B4-BE49-F238E27FC236}">
                    <a16:creationId xmlns:a16="http://schemas.microsoft.com/office/drawing/2014/main" id="{A2CCC389-1E44-EAA8-7DB6-ED552E693DB5}"/>
                  </a:ext>
                </a:extLst>
              </p:cNvPr>
              <p:cNvSpPr txBox="1">
                <a:spLocks noRot="1" noChangeAspect="1" noMove="1" noResize="1" noEditPoints="1" noAdjustHandles="1" noChangeArrowheads="1" noChangeShapeType="1" noTextEdit="1"/>
              </p:cNvSpPr>
              <p:nvPr/>
            </p:nvSpPr>
            <p:spPr>
              <a:xfrm>
                <a:off x="8046326" y="4737677"/>
                <a:ext cx="1693812" cy="609462"/>
              </a:xfrm>
              <a:prstGeom prst="rect">
                <a:avLst/>
              </a:prstGeom>
              <a:blipFill>
                <a:blip r:embed="rId5"/>
                <a:stretch>
                  <a:fillRect/>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32" name="文本框 31">
                <a:extLst>
                  <a:ext uri="{FF2B5EF4-FFF2-40B4-BE49-F238E27FC236}">
                    <a16:creationId xmlns:a16="http://schemas.microsoft.com/office/drawing/2014/main" id="{7D021E2A-D8C3-606D-2162-F05E007CD474}"/>
                  </a:ext>
                </a:extLst>
              </p:cNvPr>
              <p:cNvSpPr txBox="1"/>
              <p:nvPr/>
            </p:nvSpPr>
            <p:spPr>
              <a:xfrm>
                <a:off x="3340837" y="1269156"/>
                <a:ext cx="665247" cy="553998"/>
              </a:xfrm>
              <a:prstGeom prst="rect">
                <a:avLst/>
              </a:prstGeom>
              <a:noFill/>
            </p:spPr>
            <p:txBody>
              <a:bodyPr wrap="none" lIns="0" tIns="0" rIns="0" bIns="0" rtlCol="0">
                <a:spAutoFit/>
              </a:bodyPr>
              <a:lstStyle/>
              <a:p>
                <a:r>
                  <a:rPr kumimoji="1" lang="zh-CN" altLang="en-US" b="0" dirty="0">
                    <a:latin typeface="SimSun" panose="02010600030101010101" pitchFamily="2" charset="-122"/>
                    <a:ea typeface="SimSun" panose="02010600030101010101" pitchFamily="2" charset="-122"/>
                  </a:rPr>
                  <a:t>计算</a:t>
                </a:r>
                <a14:m>
                  <m:oMath xmlns:m="http://schemas.openxmlformats.org/officeDocument/2006/math">
                    <m:sSub>
                      <m:sSubPr>
                        <m:ctrlPr>
                          <a:rPr kumimoji="1" lang="en-US" altLang="zh-CN" b="0" i="1" smtClean="0">
                            <a:latin typeface="Cambria Math" panose="02040503050406030204" pitchFamily="18" charset="0"/>
                          </a:rPr>
                        </m:ctrlPr>
                      </m:sSubPr>
                      <m:e>
                        <m:r>
                          <a:rPr kumimoji="1" lang="en-US" altLang="zh-CN" b="0" i="1" smtClean="0">
                            <a:latin typeface="Cambria Math" panose="02040503050406030204" pitchFamily="18" charset="0"/>
                          </a:rPr>
                          <m:t>𝑌</m:t>
                        </m:r>
                      </m:e>
                      <m:sub>
                        <m:r>
                          <a:rPr kumimoji="1" lang="en-US" altLang="zh-CN" b="0" i="1" smtClean="0">
                            <a:latin typeface="Cambria Math" panose="02040503050406030204" pitchFamily="18" charset="0"/>
                          </a:rPr>
                          <m:t>1</m:t>
                        </m:r>
                      </m:sub>
                    </m:sSub>
                  </m:oMath>
                </a14:m>
                <a:endParaRPr kumimoji="1" lang="en-US" altLang="zh-CN" b="0" dirty="0"/>
              </a:p>
              <a:p>
                <a:endParaRPr kumimoji="1" lang="zh-CN" altLang="en-US" dirty="0"/>
              </a:p>
            </p:txBody>
          </p:sp>
        </mc:Choice>
        <mc:Fallback>
          <p:sp>
            <p:nvSpPr>
              <p:cNvPr id="32" name="文本框 31">
                <a:extLst>
                  <a:ext uri="{FF2B5EF4-FFF2-40B4-BE49-F238E27FC236}">
                    <a16:creationId xmlns:a16="http://schemas.microsoft.com/office/drawing/2014/main" id="{7D021E2A-D8C3-606D-2162-F05E007CD474}"/>
                  </a:ext>
                </a:extLst>
              </p:cNvPr>
              <p:cNvSpPr txBox="1">
                <a:spLocks noRot="1" noChangeAspect="1" noMove="1" noResize="1" noEditPoints="1" noAdjustHandles="1" noChangeArrowheads="1" noChangeShapeType="1" noTextEdit="1"/>
              </p:cNvSpPr>
              <p:nvPr/>
            </p:nvSpPr>
            <p:spPr>
              <a:xfrm>
                <a:off x="3340837" y="1269156"/>
                <a:ext cx="665247" cy="553998"/>
              </a:xfrm>
              <a:prstGeom prst="rect">
                <a:avLst/>
              </a:prstGeom>
              <a:blipFill>
                <a:blip r:embed="rId6"/>
                <a:stretch>
                  <a:fillRect l="-20755" t="-15556" r="-5660"/>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33" name="文本框 32">
                <a:extLst>
                  <a:ext uri="{FF2B5EF4-FFF2-40B4-BE49-F238E27FC236}">
                    <a16:creationId xmlns:a16="http://schemas.microsoft.com/office/drawing/2014/main" id="{53AE6C3E-CF1B-CDE7-29FC-D9ADD6D266A4}"/>
                  </a:ext>
                </a:extLst>
              </p:cNvPr>
              <p:cNvSpPr txBox="1"/>
              <p:nvPr/>
            </p:nvSpPr>
            <p:spPr>
              <a:xfrm>
                <a:off x="4754034" y="915206"/>
                <a:ext cx="670568" cy="553998"/>
              </a:xfrm>
              <a:prstGeom prst="rect">
                <a:avLst/>
              </a:prstGeom>
              <a:noFill/>
            </p:spPr>
            <p:txBody>
              <a:bodyPr wrap="none" lIns="0" tIns="0" rIns="0" bIns="0" rtlCol="0">
                <a:spAutoFit/>
              </a:bodyPr>
              <a:lstStyle/>
              <a:p>
                <a:r>
                  <a:rPr kumimoji="1" lang="zh-CN" altLang="en-US" b="0" dirty="0">
                    <a:latin typeface="SimSun" panose="02010600030101010101" pitchFamily="2" charset="-122"/>
                    <a:ea typeface="SimSun" panose="02010600030101010101" pitchFamily="2" charset="-122"/>
                  </a:rPr>
                  <a:t>计算</a:t>
                </a:r>
                <a14:m>
                  <m:oMath xmlns:m="http://schemas.openxmlformats.org/officeDocument/2006/math">
                    <m:sSub>
                      <m:sSubPr>
                        <m:ctrlPr>
                          <a:rPr kumimoji="1" lang="en-US" altLang="zh-CN" b="0" i="1" smtClean="0">
                            <a:latin typeface="Cambria Math" panose="02040503050406030204" pitchFamily="18" charset="0"/>
                          </a:rPr>
                        </m:ctrlPr>
                      </m:sSubPr>
                      <m:e>
                        <m:r>
                          <a:rPr kumimoji="1" lang="en-US" altLang="zh-CN" b="0" i="1" smtClean="0">
                            <a:latin typeface="Cambria Math" panose="02040503050406030204" pitchFamily="18" charset="0"/>
                          </a:rPr>
                          <m:t>𝑌</m:t>
                        </m:r>
                      </m:e>
                      <m:sub>
                        <m:r>
                          <a:rPr kumimoji="1" lang="en-US" altLang="zh-CN" b="0" i="1" smtClean="0">
                            <a:latin typeface="Cambria Math" panose="02040503050406030204" pitchFamily="18" charset="0"/>
                          </a:rPr>
                          <m:t>2</m:t>
                        </m:r>
                      </m:sub>
                    </m:sSub>
                  </m:oMath>
                </a14:m>
                <a:endParaRPr kumimoji="1" lang="en-US" altLang="zh-CN" b="0" dirty="0"/>
              </a:p>
              <a:p>
                <a:endParaRPr kumimoji="1" lang="zh-CN" altLang="en-US" dirty="0"/>
              </a:p>
            </p:txBody>
          </p:sp>
        </mc:Choice>
        <mc:Fallback>
          <p:sp>
            <p:nvSpPr>
              <p:cNvPr id="33" name="文本框 32">
                <a:extLst>
                  <a:ext uri="{FF2B5EF4-FFF2-40B4-BE49-F238E27FC236}">
                    <a16:creationId xmlns:a16="http://schemas.microsoft.com/office/drawing/2014/main" id="{53AE6C3E-CF1B-CDE7-29FC-D9ADD6D266A4}"/>
                  </a:ext>
                </a:extLst>
              </p:cNvPr>
              <p:cNvSpPr txBox="1">
                <a:spLocks noRot="1" noChangeAspect="1" noMove="1" noResize="1" noEditPoints="1" noAdjustHandles="1" noChangeArrowheads="1" noChangeShapeType="1" noTextEdit="1"/>
              </p:cNvSpPr>
              <p:nvPr/>
            </p:nvSpPr>
            <p:spPr>
              <a:xfrm>
                <a:off x="4754034" y="915206"/>
                <a:ext cx="670568" cy="553998"/>
              </a:xfrm>
              <a:prstGeom prst="rect">
                <a:avLst/>
              </a:prstGeom>
              <a:blipFill>
                <a:blip r:embed="rId7"/>
                <a:stretch>
                  <a:fillRect l="-22222" t="-18182" r="-5556"/>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34" name="文本框 33">
                <a:extLst>
                  <a:ext uri="{FF2B5EF4-FFF2-40B4-BE49-F238E27FC236}">
                    <a16:creationId xmlns:a16="http://schemas.microsoft.com/office/drawing/2014/main" id="{7367A93A-5793-4215-EBB1-B5762642B11D}"/>
                  </a:ext>
                </a:extLst>
              </p:cNvPr>
              <p:cNvSpPr txBox="1"/>
              <p:nvPr/>
            </p:nvSpPr>
            <p:spPr>
              <a:xfrm>
                <a:off x="6534314" y="856867"/>
                <a:ext cx="670568" cy="553998"/>
              </a:xfrm>
              <a:prstGeom prst="rect">
                <a:avLst/>
              </a:prstGeom>
              <a:noFill/>
            </p:spPr>
            <p:txBody>
              <a:bodyPr wrap="none" lIns="0" tIns="0" rIns="0" bIns="0" rtlCol="0">
                <a:spAutoFit/>
              </a:bodyPr>
              <a:lstStyle/>
              <a:p>
                <a:r>
                  <a:rPr kumimoji="1" lang="zh-CN" altLang="en-US" b="0" dirty="0">
                    <a:latin typeface="SimSun" panose="02010600030101010101" pitchFamily="2" charset="-122"/>
                    <a:ea typeface="SimSun" panose="02010600030101010101" pitchFamily="2" charset="-122"/>
                  </a:rPr>
                  <a:t>计算</a:t>
                </a:r>
                <a14:m>
                  <m:oMath xmlns:m="http://schemas.openxmlformats.org/officeDocument/2006/math">
                    <m:sSub>
                      <m:sSubPr>
                        <m:ctrlPr>
                          <a:rPr kumimoji="1" lang="en-US" altLang="zh-CN" b="0" i="1" smtClean="0">
                            <a:latin typeface="Cambria Math" panose="02040503050406030204" pitchFamily="18" charset="0"/>
                          </a:rPr>
                        </m:ctrlPr>
                      </m:sSubPr>
                      <m:e>
                        <m:r>
                          <a:rPr kumimoji="1" lang="en-US" altLang="zh-CN" b="0" i="1" smtClean="0">
                            <a:latin typeface="Cambria Math" panose="02040503050406030204" pitchFamily="18" charset="0"/>
                          </a:rPr>
                          <m:t>𝑌</m:t>
                        </m:r>
                      </m:e>
                      <m:sub>
                        <m:r>
                          <a:rPr kumimoji="1" lang="en-US" altLang="zh-CN" b="0" i="1" smtClean="0">
                            <a:latin typeface="Cambria Math" panose="02040503050406030204" pitchFamily="18" charset="0"/>
                          </a:rPr>
                          <m:t>3</m:t>
                        </m:r>
                      </m:sub>
                    </m:sSub>
                  </m:oMath>
                </a14:m>
                <a:endParaRPr kumimoji="1" lang="en-US" altLang="zh-CN" b="0" dirty="0"/>
              </a:p>
              <a:p>
                <a:endParaRPr kumimoji="1" lang="zh-CN" altLang="en-US" dirty="0"/>
              </a:p>
            </p:txBody>
          </p:sp>
        </mc:Choice>
        <mc:Fallback>
          <p:sp>
            <p:nvSpPr>
              <p:cNvPr id="34" name="文本框 33">
                <a:extLst>
                  <a:ext uri="{FF2B5EF4-FFF2-40B4-BE49-F238E27FC236}">
                    <a16:creationId xmlns:a16="http://schemas.microsoft.com/office/drawing/2014/main" id="{7367A93A-5793-4215-EBB1-B5762642B11D}"/>
                  </a:ext>
                </a:extLst>
              </p:cNvPr>
              <p:cNvSpPr txBox="1">
                <a:spLocks noRot="1" noChangeAspect="1" noMove="1" noResize="1" noEditPoints="1" noAdjustHandles="1" noChangeArrowheads="1" noChangeShapeType="1" noTextEdit="1"/>
              </p:cNvSpPr>
              <p:nvPr/>
            </p:nvSpPr>
            <p:spPr>
              <a:xfrm>
                <a:off x="6534314" y="856867"/>
                <a:ext cx="670568" cy="553998"/>
              </a:xfrm>
              <a:prstGeom prst="rect">
                <a:avLst/>
              </a:prstGeom>
              <a:blipFill>
                <a:blip r:embed="rId8"/>
                <a:stretch>
                  <a:fillRect l="-20370" t="-18182" r="-5556"/>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35" name="文本框 34">
                <a:extLst>
                  <a:ext uri="{FF2B5EF4-FFF2-40B4-BE49-F238E27FC236}">
                    <a16:creationId xmlns:a16="http://schemas.microsoft.com/office/drawing/2014/main" id="{B775CABB-D7C2-02F0-6779-BA509AB0A705}"/>
                  </a:ext>
                </a:extLst>
              </p:cNvPr>
              <p:cNvSpPr txBox="1"/>
              <p:nvPr/>
            </p:nvSpPr>
            <p:spPr>
              <a:xfrm>
                <a:off x="8011754" y="1337732"/>
                <a:ext cx="670568" cy="553998"/>
              </a:xfrm>
              <a:prstGeom prst="rect">
                <a:avLst/>
              </a:prstGeom>
              <a:noFill/>
            </p:spPr>
            <p:txBody>
              <a:bodyPr wrap="none" lIns="0" tIns="0" rIns="0" bIns="0" rtlCol="0">
                <a:spAutoFit/>
              </a:bodyPr>
              <a:lstStyle/>
              <a:p>
                <a:r>
                  <a:rPr kumimoji="1" lang="zh-CN" altLang="en-US" b="0" dirty="0">
                    <a:latin typeface="SimSun" panose="02010600030101010101" pitchFamily="2" charset="-122"/>
                    <a:ea typeface="SimSun" panose="02010600030101010101" pitchFamily="2" charset="-122"/>
                  </a:rPr>
                  <a:t>计算</a:t>
                </a:r>
                <a14:m>
                  <m:oMath xmlns:m="http://schemas.openxmlformats.org/officeDocument/2006/math">
                    <m:sSub>
                      <m:sSubPr>
                        <m:ctrlPr>
                          <a:rPr kumimoji="1" lang="en-US" altLang="zh-CN" b="0" i="1" smtClean="0">
                            <a:latin typeface="Cambria Math" panose="02040503050406030204" pitchFamily="18" charset="0"/>
                          </a:rPr>
                        </m:ctrlPr>
                      </m:sSubPr>
                      <m:e>
                        <m:r>
                          <a:rPr kumimoji="1" lang="en-US" altLang="zh-CN" b="0" i="1" smtClean="0">
                            <a:latin typeface="Cambria Math" panose="02040503050406030204" pitchFamily="18" charset="0"/>
                          </a:rPr>
                          <m:t>𝑌</m:t>
                        </m:r>
                      </m:e>
                      <m:sub>
                        <m:r>
                          <a:rPr kumimoji="1" lang="en-US" altLang="zh-CN" b="0" i="1" smtClean="0">
                            <a:latin typeface="Cambria Math" panose="02040503050406030204" pitchFamily="18" charset="0"/>
                          </a:rPr>
                          <m:t>4</m:t>
                        </m:r>
                      </m:sub>
                    </m:sSub>
                  </m:oMath>
                </a14:m>
                <a:endParaRPr kumimoji="1" lang="en-US" altLang="zh-CN" b="0" dirty="0"/>
              </a:p>
              <a:p>
                <a:endParaRPr kumimoji="1" lang="zh-CN" altLang="en-US" dirty="0"/>
              </a:p>
            </p:txBody>
          </p:sp>
        </mc:Choice>
        <mc:Fallback>
          <p:sp>
            <p:nvSpPr>
              <p:cNvPr id="35" name="文本框 34">
                <a:extLst>
                  <a:ext uri="{FF2B5EF4-FFF2-40B4-BE49-F238E27FC236}">
                    <a16:creationId xmlns:a16="http://schemas.microsoft.com/office/drawing/2014/main" id="{B775CABB-D7C2-02F0-6779-BA509AB0A705}"/>
                  </a:ext>
                </a:extLst>
              </p:cNvPr>
              <p:cNvSpPr txBox="1">
                <a:spLocks noRot="1" noChangeAspect="1" noMove="1" noResize="1" noEditPoints="1" noAdjustHandles="1" noChangeArrowheads="1" noChangeShapeType="1" noTextEdit="1"/>
              </p:cNvSpPr>
              <p:nvPr/>
            </p:nvSpPr>
            <p:spPr>
              <a:xfrm>
                <a:off x="8011754" y="1337732"/>
                <a:ext cx="670568" cy="553998"/>
              </a:xfrm>
              <a:prstGeom prst="rect">
                <a:avLst/>
              </a:prstGeom>
              <a:blipFill>
                <a:blip r:embed="rId9"/>
                <a:stretch>
                  <a:fillRect l="-20370" t="-18182" r="-5556"/>
                </a:stretch>
              </a:blipFill>
            </p:spPr>
            <p:txBody>
              <a:bodyPr/>
              <a:lstStyle/>
              <a:p>
                <a:r>
                  <a:rPr lang="zh-CN" altLang="en-US">
                    <a:noFill/>
                  </a:rPr>
                  <a:t> </a:t>
                </a:r>
              </a:p>
            </p:txBody>
          </p:sp>
        </mc:Fallback>
      </mc:AlternateContent>
      <p:sp>
        <p:nvSpPr>
          <p:cNvPr id="36" name="文本框 35">
            <a:extLst>
              <a:ext uri="{FF2B5EF4-FFF2-40B4-BE49-F238E27FC236}">
                <a16:creationId xmlns:a16="http://schemas.microsoft.com/office/drawing/2014/main" id="{087D4E98-7986-11AB-913B-313F5DC77BBA}"/>
              </a:ext>
            </a:extLst>
          </p:cNvPr>
          <p:cNvSpPr txBox="1"/>
          <p:nvPr/>
        </p:nvSpPr>
        <p:spPr>
          <a:xfrm>
            <a:off x="3090336" y="2910088"/>
            <a:ext cx="841022" cy="369332"/>
          </a:xfrm>
          <a:prstGeom prst="rect">
            <a:avLst/>
          </a:prstGeom>
          <a:noFill/>
        </p:spPr>
        <p:txBody>
          <a:bodyPr wrap="square" rtlCol="0">
            <a:spAutoFit/>
          </a:bodyPr>
          <a:lstStyle/>
          <a:p>
            <a:r>
              <a:rPr kumimoji="1" lang="zh-CN" altLang="en-US" dirty="0">
                <a:latin typeface="SimSun" panose="02010600030101010101" pitchFamily="2" charset="-122"/>
                <a:ea typeface="SimSun" panose="02010600030101010101" pitchFamily="2" charset="-122"/>
              </a:rPr>
              <a:t>节点</a:t>
            </a:r>
            <a:r>
              <a:rPr kumimoji="1" lang="en-US" altLang="zh-CN" dirty="0">
                <a:latin typeface="SimSun" panose="02010600030101010101" pitchFamily="2" charset="-122"/>
                <a:ea typeface="SimSun" panose="02010600030101010101" pitchFamily="2" charset="-122"/>
              </a:rPr>
              <a:t>1</a:t>
            </a:r>
            <a:endParaRPr kumimoji="1" lang="zh-CN" altLang="en-US" dirty="0">
              <a:latin typeface="SimSun" panose="02010600030101010101" pitchFamily="2" charset="-122"/>
              <a:ea typeface="SimSun" panose="02010600030101010101" pitchFamily="2" charset="-122"/>
            </a:endParaRPr>
          </a:p>
        </p:txBody>
      </p:sp>
      <p:sp>
        <p:nvSpPr>
          <p:cNvPr id="37" name="文本框 36">
            <a:extLst>
              <a:ext uri="{FF2B5EF4-FFF2-40B4-BE49-F238E27FC236}">
                <a16:creationId xmlns:a16="http://schemas.microsoft.com/office/drawing/2014/main" id="{57947D6B-8182-3E3D-B7C1-DD25E49EBEA8}"/>
              </a:ext>
            </a:extLst>
          </p:cNvPr>
          <p:cNvSpPr txBox="1"/>
          <p:nvPr/>
        </p:nvSpPr>
        <p:spPr>
          <a:xfrm>
            <a:off x="4408310" y="2403508"/>
            <a:ext cx="841022" cy="369332"/>
          </a:xfrm>
          <a:prstGeom prst="rect">
            <a:avLst/>
          </a:prstGeom>
          <a:noFill/>
        </p:spPr>
        <p:txBody>
          <a:bodyPr wrap="square" rtlCol="0">
            <a:spAutoFit/>
          </a:bodyPr>
          <a:lstStyle/>
          <a:p>
            <a:r>
              <a:rPr kumimoji="1" lang="zh-CN" altLang="en-US" dirty="0">
                <a:latin typeface="SimSun" panose="02010600030101010101" pitchFamily="2" charset="-122"/>
                <a:ea typeface="SimSun" panose="02010600030101010101" pitchFamily="2" charset="-122"/>
              </a:rPr>
              <a:t>节点</a:t>
            </a:r>
            <a:r>
              <a:rPr kumimoji="1" lang="en-US" altLang="zh-CN" dirty="0">
                <a:latin typeface="SimSun" panose="02010600030101010101" pitchFamily="2" charset="-122"/>
                <a:ea typeface="SimSun" panose="02010600030101010101" pitchFamily="2" charset="-122"/>
              </a:rPr>
              <a:t>2</a:t>
            </a:r>
            <a:endParaRPr kumimoji="1" lang="zh-CN" altLang="en-US" dirty="0">
              <a:latin typeface="SimSun" panose="02010600030101010101" pitchFamily="2" charset="-122"/>
              <a:ea typeface="SimSun" panose="02010600030101010101" pitchFamily="2" charset="-122"/>
            </a:endParaRPr>
          </a:p>
        </p:txBody>
      </p:sp>
      <p:sp>
        <p:nvSpPr>
          <p:cNvPr id="38" name="文本框 37">
            <a:extLst>
              <a:ext uri="{FF2B5EF4-FFF2-40B4-BE49-F238E27FC236}">
                <a16:creationId xmlns:a16="http://schemas.microsoft.com/office/drawing/2014/main" id="{05C90AC0-61E2-D43D-5B1A-913B696FD62E}"/>
              </a:ext>
            </a:extLst>
          </p:cNvPr>
          <p:cNvSpPr txBox="1"/>
          <p:nvPr/>
        </p:nvSpPr>
        <p:spPr>
          <a:xfrm>
            <a:off x="6572958" y="2366151"/>
            <a:ext cx="841022" cy="369332"/>
          </a:xfrm>
          <a:prstGeom prst="rect">
            <a:avLst/>
          </a:prstGeom>
          <a:noFill/>
        </p:spPr>
        <p:txBody>
          <a:bodyPr wrap="square" rtlCol="0">
            <a:spAutoFit/>
          </a:bodyPr>
          <a:lstStyle/>
          <a:p>
            <a:r>
              <a:rPr kumimoji="1" lang="zh-CN" altLang="en-US" dirty="0">
                <a:latin typeface="SimSun" panose="02010600030101010101" pitchFamily="2" charset="-122"/>
                <a:ea typeface="SimSun" panose="02010600030101010101" pitchFamily="2" charset="-122"/>
              </a:rPr>
              <a:t>节点</a:t>
            </a:r>
            <a:r>
              <a:rPr kumimoji="1" lang="en-US" altLang="zh-CN" dirty="0">
                <a:latin typeface="SimSun" panose="02010600030101010101" pitchFamily="2" charset="-122"/>
                <a:ea typeface="SimSun" panose="02010600030101010101" pitchFamily="2" charset="-122"/>
              </a:rPr>
              <a:t>3</a:t>
            </a:r>
            <a:endParaRPr kumimoji="1" lang="zh-CN" altLang="en-US" dirty="0">
              <a:latin typeface="SimSun" panose="02010600030101010101" pitchFamily="2" charset="-122"/>
              <a:ea typeface="SimSun" panose="02010600030101010101" pitchFamily="2" charset="-122"/>
            </a:endParaRPr>
          </a:p>
        </p:txBody>
      </p:sp>
      <p:sp>
        <p:nvSpPr>
          <p:cNvPr id="39" name="文本框 38">
            <a:extLst>
              <a:ext uri="{FF2B5EF4-FFF2-40B4-BE49-F238E27FC236}">
                <a16:creationId xmlns:a16="http://schemas.microsoft.com/office/drawing/2014/main" id="{2E8028A8-E3A9-67C9-6DDA-A100BCF58648}"/>
              </a:ext>
            </a:extLst>
          </p:cNvPr>
          <p:cNvSpPr txBox="1"/>
          <p:nvPr/>
        </p:nvSpPr>
        <p:spPr>
          <a:xfrm>
            <a:off x="8261810" y="2910088"/>
            <a:ext cx="1543371" cy="369332"/>
          </a:xfrm>
          <a:prstGeom prst="rect">
            <a:avLst/>
          </a:prstGeom>
          <a:noFill/>
        </p:spPr>
        <p:txBody>
          <a:bodyPr wrap="square" rtlCol="0">
            <a:spAutoFit/>
          </a:bodyPr>
          <a:lstStyle/>
          <a:p>
            <a:r>
              <a:rPr kumimoji="1" lang="zh-CN" altLang="en-US" dirty="0">
                <a:latin typeface="SimSun" panose="02010600030101010101" pitchFamily="2" charset="-122"/>
                <a:ea typeface="SimSun" panose="02010600030101010101" pitchFamily="2" charset="-122"/>
              </a:rPr>
              <a:t>节点</a:t>
            </a:r>
            <a:r>
              <a:rPr kumimoji="1" lang="en-US" altLang="zh-CN" dirty="0">
                <a:latin typeface="SimSun" panose="02010600030101010101" pitchFamily="2" charset="-122"/>
                <a:ea typeface="SimSun" panose="02010600030101010101" pitchFamily="2" charset="-122"/>
              </a:rPr>
              <a:t>4</a:t>
            </a:r>
            <a:r>
              <a:rPr kumimoji="1" lang="zh-CN" altLang="en-US" dirty="0">
                <a:latin typeface="SimSun" panose="02010600030101010101" pitchFamily="2" charset="-122"/>
                <a:ea typeface="SimSun" panose="02010600030101010101" pitchFamily="2" charset="-122"/>
              </a:rPr>
              <a:t>（迟滞）</a:t>
            </a:r>
          </a:p>
        </p:txBody>
      </p:sp>
      <mc:AlternateContent xmlns:mc="http://schemas.openxmlformats.org/markup-compatibility/2006">
        <mc:Choice xmlns:a14="http://schemas.microsoft.com/office/drawing/2010/main" Requires="a14">
          <p:sp>
            <p:nvSpPr>
              <p:cNvPr id="41" name="文本框 40">
                <a:extLst>
                  <a:ext uri="{FF2B5EF4-FFF2-40B4-BE49-F238E27FC236}">
                    <a16:creationId xmlns:a16="http://schemas.microsoft.com/office/drawing/2014/main" id="{1E57A092-4847-D661-FAD8-70D75924602E}"/>
                  </a:ext>
                </a:extLst>
              </p:cNvPr>
              <p:cNvSpPr txBox="1"/>
              <p:nvPr/>
            </p:nvSpPr>
            <p:spPr>
              <a:xfrm flipH="1">
                <a:off x="4006084" y="3459432"/>
                <a:ext cx="1105009" cy="369332"/>
              </a:xfrm>
              <a:prstGeom prst="rect">
                <a:avLst/>
              </a:prstGeom>
              <a:noFill/>
            </p:spPr>
            <p:txBody>
              <a:bodyPr wrap="square">
                <a:spAutoFit/>
              </a:bodyPr>
              <a:lstStyle/>
              <a:p>
                <a:pPr/>
                <a:r>
                  <a:rPr kumimoji="1" lang="zh-CN" altLang="en-US" b="0" dirty="0">
                    <a:latin typeface="SimSun" panose="02010600030101010101" pitchFamily="2" charset="-122"/>
                    <a:ea typeface="SimSun" panose="02010600030101010101" pitchFamily="2" charset="-122"/>
                  </a:rPr>
                  <a:t>传输</a:t>
                </a:r>
                <a14:m>
                  <m:oMath xmlns:m="http://schemas.openxmlformats.org/officeDocument/2006/math">
                    <m:sSub>
                      <m:sSubPr>
                        <m:ctrlPr>
                          <a:rPr kumimoji="1" lang="en-US" altLang="zh-CN" b="0" i="1" smtClean="0">
                            <a:latin typeface="Cambria Math" panose="02040503050406030204" pitchFamily="18" charset="0"/>
                          </a:rPr>
                        </m:ctrlPr>
                      </m:sSubPr>
                      <m:e>
                        <m:r>
                          <a:rPr kumimoji="1" lang="en-US" altLang="zh-CN" b="0" i="1" smtClean="0">
                            <a:latin typeface="Cambria Math" panose="02040503050406030204" pitchFamily="18" charset="0"/>
                          </a:rPr>
                          <m:t>𝑌</m:t>
                        </m:r>
                      </m:e>
                      <m:sub>
                        <m:r>
                          <a:rPr kumimoji="1" lang="en-US" altLang="zh-CN" b="0" i="1" smtClean="0">
                            <a:latin typeface="Cambria Math" panose="02040503050406030204" pitchFamily="18" charset="0"/>
                          </a:rPr>
                          <m:t>1</m:t>
                        </m:r>
                      </m:sub>
                    </m:sSub>
                  </m:oMath>
                </a14:m>
                <a:endParaRPr lang="zh-CN" altLang="en-US" dirty="0"/>
              </a:p>
            </p:txBody>
          </p:sp>
        </mc:Choice>
        <mc:Fallback>
          <p:sp>
            <p:nvSpPr>
              <p:cNvPr id="41" name="文本框 40">
                <a:extLst>
                  <a:ext uri="{FF2B5EF4-FFF2-40B4-BE49-F238E27FC236}">
                    <a16:creationId xmlns:a16="http://schemas.microsoft.com/office/drawing/2014/main" id="{1E57A092-4847-D661-FAD8-70D75924602E}"/>
                  </a:ext>
                </a:extLst>
              </p:cNvPr>
              <p:cNvSpPr txBox="1">
                <a:spLocks noRot="1" noChangeAspect="1" noMove="1" noResize="1" noEditPoints="1" noAdjustHandles="1" noChangeArrowheads="1" noChangeShapeType="1" noTextEdit="1"/>
              </p:cNvSpPr>
              <p:nvPr/>
            </p:nvSpPr>
            <p:spPr>
              <a:xfrm flipH="1">
                <a:off x="4006084" y="3459432"/>
                <a:ext cx="1105009" cy="369332"/>
              </a:xfrm>
              <a:prstGeom prst="rect">
                <a:avLst/>
              </a:prstGeom>
              <a:blipFill>
                <a:blip r:embed="rId10"/>
                <a:stretch>
                  <a:fillRect l="-4545" t="-13333" b="-20000"/>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43" name="文本框 42">
                <a:extLst>
                  <a:ext uri="{FF2B5EF4-FFF2-40B4-BE49-F238E27FC236}">
                    <a16:creationId xmlns:a16="http://schemas.microsoft.com/office/drawing/2014/main" id="{4AEB1C61-D07F-C999-E55B-5ACCF1590AE2}"/>
                  </a:ext>
                </a:extLst>
              </p:cNvPr>
              <p:cNvSpPr txBox="1"/>
              <p:nvPr/>
            </p:nvSpPr>
            <p:spPr>
              <a:xfrm>
                <a:off x="4616374" y="2949619"/>
                <a:ext cx="876928" cy="369332"/>
              </a:xfrm>
              <a:prstGeom prst="rect">
                <a:avLst/>
              </a:prstGeom>
              <a:noFill/>
            </p:spPr>
            <p:txBody>
              <a:bodyPr wrap="square">
                <a:spAutoFit/>
              </a:bodyPr>
              <a:lstStyle/>
              <a:p>
                <a:pPr/>
                <a:r>
                  <a:rPr kumimoji="1" lang="zh-CN" altLang="en-US" b="0" dirty="0">
                    <a:latin typeface="SimSun" panose="02010600030101010101" pitchFamily="2" charset="-122"/>
                    <a:ea typeface="SimSun" panose="02010600030101010101" pitchFamily="2" charset="-122"/>
                  </a:rPr>
                  <a:t>传输</a:t>
                </a:r>
                <a14:m>
                  <m:oMath xmlns:m="http://schemas.openxmlformats.org/officeDocument/2006/math">
                    <m:sSub>
                      <m:sSubPr>
                        <m:ctrlPr>
                          <a:rPr kumimoji="1" lang="en-US" altLang="zh-CN" b="0" i="1" smtClean="0">
                            <a:latin typeface="Cambria Math" panose="02040503050406030204" pitchFamily="18" charset="0"/>
                          </a:rPr>
                        </m:ctrlPr>
                      </m:sSubPr>
                      <m:e>
                        <m:r>
                          <a:rPr kumimoji="1" lang="en-US" altLang="zh-CN" b="0" i="1" smtClean="0">
                            <a:latin typeface="Cambria Math" panose="02040503050406030204" pitchFamily="18" charset="0"/>
                          </a:rPr>
                          <m:t>𝑌</m:t>
                        </m:r>
                      </m:e>
                      <m:sub>
                        <m:r>
                          <a:rPr kumimoji="1" lang="en-US" altLang="zh-CN" b="0" i="1" smtClean="0">
                            <a:latin typeface="Cambria Math" panose="02040503050406030204" pitchFamily="18" charset="0"/>
                          </a:rPr>
                          <m:t>2</m:t>
                        </m:r>
                      </m:sub>
                    </m:sSub>
                  </m:oMath>
                </a14:m>
                <a:endParaRPr lang="zh-CN" altLang="en-US" dirty="0"/>
              </a:p>
            </p:txBody>
          </p:sp>
        </mc:Choice>
        <mc:Fallback>
          <p:sp>
            <p:nvSpPr>
              <p:cNvPr id="43" name="文本框 42">
                <a:extLst>
                  <a:ext uri="{FF2B5EF4-FFF2-40B4-BE49-F238E27FC236}">
                    <a16:creationId xmlns:a16="http://schemas.microsoft.com/office/drawing/2014/main" id="{4AEB1C61-D07F-C999-E55B-5ACCF1590AE2}"/>
                  </a:ext>
                </a:extLst>
              </p:cNvPr>
              <p:cNvSpPr txBox="1">
                <a:spLocks noRot="1" noChangeAspect="1" noMove="1" noResize="1" noEditPoints="1" noAdjustHandles="1" noChangeArrowheads="1" noChangeShapeType="1" noTextEdit="1"/>
              </p:cNvSpPr>
              <p:nvPr/>
            </p:nvSpPr>
            <p:spPr>
              <a:xfrm>
                <a:off x="4616374" y="2949619"/>
                <a:ext cx="876928" cy="369332"/>
              </a:xfrm>
              <a:prstGeom prst="rect">
                <a:avLst/>
              </a:prstGeom>
              <a:blipFill>
                <a:blip r:embed="rId11"/>
                <a:stretch>
                  <a:fillRect l="-5714" t="-13333" b="-16667"/>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44" name="文本框 43">
                <a:extLst>
                  <a:ext uri="{FF2B5EF4-FFF2-40B4-BE49-F238E27FC236}">
                    <a16:creationId xmlns:a16="http://schemas.microsoft.com/office/drawing/2014/main" id="{F2FC09B5-BBA0-35A6-7E90-05849A8B8741}"/>
                  </a:ext>
                </a:extLst>
              </p:cNvPr>
              <p:cNvSpPr txBox="1"/>
              <p:nvPr/>
            </p:nvSpPr>
            <p:spPr>
              <a:xfrm>
                <a:off x="6371667" y="2957336"/>
                <a:ext cx="1078094" cy="369332"/>
              </a:xfrm>
              <a:prstGeom prst="rect">
                <a:avLst/>
              </a:prstGeom>
              <a:noFill/>
            </p:spPr>
            <p:txBody>
              <a:bodyPr wrap="square">
                <a:spAutoFit/>
              </a:bodyPr>
              <a:lstStyle/>
              <a:p>
                <a:pPr/>
                <a:r>
                  <a:rPr kumimoji="1" lang="zh-CN" altLang="en-US" b="0" dirty="0">
                    <a:latin typeface="SimSun" panose="02010600030101010101" pitchFamily="2" charset="-122"/>
                    <a:ea typeface="SimSun" panose="02010600030101010101" pitchFamily="2" charset="-122"/>
                  </a:rPr>
                  <a:t>传输</a:t>
                </a:r>
                <a14:m>
                  <m:oMath xmlns:m="http://schemas.openxmlformats.org/officeDocument/2006/math">
                    <m:sSub>
                      <m:sSubPr>
                        <m:ctrlPr>
                          <a:rPr kumimoji="1" lang="en-US" altLang="zh-CN" b="0" i="1" smtClean="0">
                            <a:latin typeface="Cambria Math" panose="02040503050406030204" pitchFamily="18" charset="0"/>
                          </a:rPr>
                        </m:ctrlPr>
                      </m:sSubPr>
                      <m:e>
                        <m:r>
                          <a:rPr kumimoji="1" lang="en-US" altLang="zh-CN" b="0" i="1" smtClean="0">
                            <a:latin typeface="Cambria Math" panose="02040503050406030204" pitchFamily="18" charset="0"/>
                          </a:rPr>
                          <m:t>𝑌</m:t>
                        </m:r>
                      </m:e>
                      <m:sub>
                        <m:r>
                          <a:rPr kumimoji="1" lang="en-US" altLang="zh-CN" b="0" i="1" smtClean="0">
                            <a:latin typeface="Cambria Math" panose="02040503050406030204" pitchFamily="18" charset="0"/>
                          </a:rPr>
                          <m:t>3</m:t>
                        </m:r>
                      </m:sub>
                    </m:sSub>
                  </m:oMath>
                </a14:m>
                <a:endParaRPr lang="zh-CN" altLang="en-US" dirty="0"/>
              </a:p>
            </p:txBody>
          </p:sp>
        </mc:Choice>
        <mc:Fallback>
          <p:sp>
            <p:nvSpPr>
              <p:cNvPr id="44" name="文本框 43">
                <a:extLst>
                  <a:ext uri="{FF2B5EF4-FFF2-40B4-BE49-F238E27FC236}">
                    <a16:creationId xmlns:a16="http://schemas.microsoft.com/office/drawing/2014/main" id="{F2FC09B5-BBA0-35A6-7E90-05849A8B8741}"/>
                  </a:ext>
                </a:extLst>
              </p:cNvPr>
              <p:cNvSpPr txBox="1">
                <a:spLocks noRot="1" noChangeAspect="1" noMove="1" noResize="1" noEditPoints="1" noAdjustHandles="1" noChangeArrowheads="1" noChangeShapeType="1" noTextEdit="1"/>
              </p:cNvSpPr>
              <p:nvPr/>
            </p:nvSpPr>
            <p:spPr>
              <a:xfrm>
                <a:off x="6371667" y="2957336"/>
                <a:ext cx="1078094" cy="369332"/>
              </a:xfrm>
              <a:prstGeom prst="rect">
                <a:avLst/>
              </a:prstGeom>
              <a:blipFill>
                <a:blip r:embed="rId12"/>
                <a:stretch>
                  <a:fillRect l="-4651" t="-12903" b="-16129"/>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46" name="文本框 45">
                <a:extLst>
                  <a:ext uri="{FF2B5EF4-FFF2-40B4-BE49-F238E27FC236}">
                    <a16:creationId xmlns:a16="http://schemas.microsoft.com/office/drawing/2014/main" id="{72CB83AE-DCE1-1F21-8456-7DE5D1036196}"/>
                  </a:ext>
                </a:extLst>
              </p:cNvPr>
              <p:cNvSpPr txBox="1"/>
              <p:nvPr/>
            </p:nvSpPr>
            <p:spPr>
              <a:xfrm>
                <a:off x="6534314" y="4750588"/>
                <a:ext cx="1693812" cy="609462"/>
              </a:xfrm>
              <a:prstGeom prst="rect">
                <a:avLst/>
              </a:prstGeom>
              <a:noFill/>
            </p:spPr>
            <p:txBody>
              <a:bodyPr wrap="square" lIns="0" tIns="0" rIns="0" bIns="0" rtlCol="0">
                <a:spAutoFit/>
              </a:bodyPr>
              <a:lstStyle/>
              <a:p>
                <a14:m>
                  <m:oMathPara xmlns:m="http://schemas.openxmlformats.org/officeDocument/2006/math">
                    <m:oMathParaPr>
                      <m:jc m:val="centerGroup"/>
                    </m:oMathParaPr>
                    <m:oMath xmlns:m="http://schemas.openxmlformats.org/officeDocument/2006/math">
                      <m:r>
                        <m:rPr>
                          <m:lit/>
                        </m:rPr>
                        <a:rPr kumimoji="1" lang="en-US" altLang="zh-CN" b="0" i="1" smtClean="0">
                          <a:latin typeface="Cambria Math" panose="02040503050406030204" pitchFamily="18" charset="0"/>
                        </a:rPr>
                        <m:t>{</m:t>
                      </m:r>
                      <m:sSubSup>
                        <m:sSubSupPr>
                          <m:ctrlPr>
                            <a:rPr kumimoji="1" lang="en-US" altLang="zh-CN" b="0" i="1" smtClean="0">
                              <a:latin typeface="Cambria Math" panose="02040503050406030204" pitchFamily="18" charset="0"/>
                            </a:rPr>
                          </m:ctrlPr>
                        </m:sSubSupPr>
                        <m:e>
                          <m:sSub>
                            <m:sSubPr>
                              <m:ctrlPr>
                                <a:rPr kumimoji="1" lang="en-US" altLang="zh-CN" b="0" i="1" smtClean="0">
                                  <a:latin typeface="Cambria Math" panose="02040503050406030204" pitchFamily="18" charset="0"/>
                                </a:rPr>
                              </m:ctrlPr>
                            </m:sSubPr>
                            <m:e>
                              <m:r>
                                <m:rPr>
                                  <m:sty m:val="p"/>
                                </m:rPr>
                                <a:rPr kumimoji="1" lang="en-US" altLang="zh-CN" i="1">
                                  <a:latin typeface="Cambria Math" panose="02040503050406030204" pitchFamily="18" charset="0"/>
                                </a:rPr>
                                <m:t>Y</m:t>
                              </m:r>
                            </m:e>
                            <m:sub>
                              <m:r>
                                <a:rPr kumimoji="1" lang="en-US" altLang="zh-CN" b="0" i="1" smtClean="0">
                                  <a:latin typeface="Cambria Math" panose="02040503050406030204" pitchFamily="18" charset="0"/>
                                </a:rPr>
                                <m:t>𝑖</m:t>
                              </m:r>
                            </m:sub>
                          </m:sSub>
                          <m:r>
                            <m:rPr>
                              <m:lit/>
                            </m:rPr>
                            <a:rPr kumimoji="1" lang="en-US" altLang="zh-CN" b="0" i="1" smtClean="0">
                              <a:latin typeface="Cambria Math" panose="02040503050406030204" pitchFamily="18" charset="0"/>
                            </a:rPr>
                            <m:t>}</m:t>
                          </m:r>
                        </m:e>
                        <m:sub>
                          <m:d>
                            <m:dPr>
                              <m:begChr m:val="{"/>
                              <m:endChr m:val="}"/>
                              <m:ctrlPr>
                                <a:rPr kumimoji="1" lang="en-US" altLang="zh-CN" b="0" i="1" smtClean="0">
                                  <a:latin typeface="Cambria Math" panose="02040503050406030204" pitchFamily="18" charset="0"/>
                                </a:rPr>
                              </m:ctrlPr>
                            </m:dPr>
                            <m:e>
                              <m:r>
                                <a:rPr kumimoji="1" lang="en-US" altLang="zh-CN" b="0" i="1" smtClean="0">
                                  <a:latin typeface="Cambria Math" panose="02040503050406030204" pitchFamily="18" charset="0"/>
                                </a:rPr>
                                <m:t>𝑖</m:t>
                              </m:r>
                              <m:r>
                                <a:rPr kumimoji="1" lang="en-US" altLang="zh-CN" b="0" i="1" smtClean="0">
                                  <a:latin typeface="Cambria Math" panose="02040503050406030204" pitchFamily="18" charset="0"/>
                                </a:rPr>
                                <m:t>=1</m:t>
                              </m:r>
                            </m:e>
                          </m:d>
                        </m:sub>
                        <m:sup>
                          <m:r>
                            <a:rPr kumimoji="1" lang="en-US" altLang="zh-CN" b="0" i="1" smtClean="0">
                              <a:latin typeface="Cambria Math" panose="02040503050406030204" pitchFamily="18" charset="0"/>
                            </a:rPr>
                            <m:t>3</m:t>
                          </m:r>
                        </m:sup>
                      </m:sSubSup>
                    </m:oMath>
                  </m:oMathPara>
                </a14:m>
                <a:endParaRPr kumimoji="1" lang="en-US" altLang="zh-CN" b="0" dirty="0"/>
              </a:p>
              <a:p>
                <a:endParaRPr kumimoji="1" lang="zh-CN" altLang="en-US" dirty="0"/>
              </a:p>
            </p:txBody>
          </p:sp>
        </mc:Choice>
        <mc:Fallback>
          <p:sp>
            <p:nvSpPr>
              <p:cNvPr id="46" name="文本框 45">
                <a:extLst>
                  <a:ext uri="{FF2B5EF4-FFF2-40B4-BE49-F238E27FC236}">
                    <a16:creationId xmlns:a16="http://schemas.microsoft.com/office/drawing/2014/main" id="{72CB83AE-DCE1-1F21-8456-7DE5D1036196}"/>
                  </a:ext>
                </a:extLst>
              </p:cNvPr>
              <p:cNvSpPr txBox="1">
                <a:spLocks noRot="1" noChangeAspect="1" noMove="1" noResize="1" noEditPoints="1" noAdjustHandles="1" noChangeArrowheads="1" noChangeShapeType="1" noTextEdit="1"/>
              </p:cNvSpPr>
              <p:nvPr/>
            </p:nvSpPr>
            <p:spPr>
              <a:xfrm>
                <a:off x="6534314" y="4750588"/>
                <a:ext cx="1693812" cy="609462"/>
              </a:xfrm>
              <a:prstGeom prst="rect">
                <a:avLst/>
              </a:prstGeom>
              <a:blipFill>
                <a:blip r:embed="rId13"/>
                <a:stretch>
                  <a:fillRect/>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48" name="文本框 47">
                <a:extLst>
                  <a:ext uri="{FF2B5EF4-FFF2-40B4-BE49-F238E27FC236}">
                    <a16:creationId xmlns:a16="http://schemas.microsoft.com/office/drawing/2014/main" id="{338DFF49-D0A2-3300-2311-EF9041F1A3FB}"/>
                  </a:ext>
                </a:extLst>
              </p:cNvPr>
              <p:cNvSpPr txBox="1"/>
              <p:nvPr/>
            </p:nvSpPr>
            <p:spPr>
              <a:xfrm>
                <a:off x="9558158" y="4719915"/>
                <a:ext cx="79538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kumimoji="1" lang="en-US" altLang="zh-CN" b="0" i="1" smtClean="0">
                          <a:latin typeface="Cambria Math" panose="02040503050406030204" pitchFamily="18" charset="0"/>
                        </a:rPr>
                        <m:t>𝑋</m:t>
                      </m:r>
                    </m:oMath>
                  </m:oMathPara>
                </a14:m>
                <a:endParaRPr lang="zh-CN" altLang="en-US" dirty="0"/>
              </a:p>
            </p:txBody>
          </p:sp>
        </mc:Choice>
        <mc:Fallback>
          <p:sp>
            <p:nvSpPr>
              <p:cNvPr id="48" name="文本框 47">
                <a:extLst>
                  <a:ext uri="{FF2B5EF4-FFF2-40B4-BE49-F238E27FC236}">
                    <a16:creationId xmlns:a16="http://schemas.microsoft.com/office/drawing/2014/main" id="{338DFF49-D0A2-3300-2311-EF9041F1A3FB}"/>
                  </a:ext>
                </a:extLst>
              </p:cNvPr>
              <p:cNvSpPr txBox="1">
                <a:spLocks noRot="1" noChangeAspect="1" noMove="1" noResize="1" noEditPoints="1" noAdjustHandles="1" noChangeArrowheads="1" noChangeShapeType="1" noTextEdit="1"/>
              </p:cNvSpPr>
              <p:nvPr/>
            </p:nvSpPr>
            <p:spPr>
              <a:xfrm>
                <a:off x="9558158" y="4719915"/>
                <a:ext cx="795386" cy="369332"/>
              </a:xfrm>
              <a:prstGeom prst="rect">
                <a:avLst/>
              </a:prstGeom>
              <a:blipFill>
                <a:blip r:embed="rId14"/>
                <a:stretch>
                  <a:fillRect/>
                </a:stretch>
              </a:blipFill>
            </p:spPr>
            <p:txBody>
              <a:bodyPr/>
              <a:lstStyle/>
              <a:p>
                <a:r>
                  <a:rPr lang="zh-CN" altLang="en-US">
                    <a:noFill/>
                  </a:rPr>
                  <a:t> </a:t>
                </a:r>
              </a:p>
            </p:txBody>
          </p:sp>
        </mc:Fallback>
      </mc:AlternateContent>
      <p:sp>
        <p:nvSpPr>
          <p:cNvPr id="50" name="乘 49">
            <a:extLst>
              <a:ext uri="{FF2B5EF4-FFF2-40B4-BE49-F238E27FC236}">
                <a16:creationId xmlns:a16="http://schemas.microsoft.com/office/drawing/2014/main" id="{CDA8F05B-11F3-1C8F-2CBD-8AFEC22EEDE8}"/>
              </a:ext>
            </a:extLst>
          </p:cNvPr>
          <p:cNvSpPr/>
          <p:nvPr/>
        </p:nvSpPr>
        <p:spPr>
          <a:xfrm>
            <a:off x="7449761" y="3075620"/>
            <a:ext cx="385655" cy="404965"/>
          </a:xfrm>
          <a:prstGeom prst="mathMultiply">
            <a:avLst/>
          </a:prstGeom>
          <a:solidFill>
            <a:srgbClr val="FF0000"/>
          </a:solidFill>
          <a:ln>
            <a:solidFill>
              <a:srgbClr val="FF0000"/>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zh-CN" altLang="en-US"/>
          </a:p>
        </p:txBody>
      </p:sp>
      <p:cxnSp>
        <p:nvCxnSpPr>
          <p:cNvPr id="53" name="直线箭头连接符 52">
            <a:extLst>
              <a:ext uri="{FF2B5EF4-FFF2-40B4-BE49-F238E27FC236}">
                <a16:creationId xmlns:a16="http://schemas.microsoft.com/office/drawing/2014/main" id="{FE13F295-623F-1597-A2FB-D704BB0A5871}"/>
              </a:ext>
            </a:extLst>
          </p:cNvPr>
          <p:cNvCxnSpPr/>
          <p:nvPr/>
        </p:nvCxnSpPr>
        <p:spPr>
          <a:xfrm>
            <a:off x="7835416" y="4922343"/>
            <a:ext cx="647402"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54" name="文本框 53">
            <a:extLst>
              <a:ext uri="{FF2B5EF4-FFF2-40B4-BE49-F238E27FC236}">
                <a16:creationId xmlns:a16="http://schemas.microsoft.com/office/drawing/2014/main" id="{D2237E1B-4EFF-55BC-FC5E-C46B182441C2}"/>
              </a:ext>
            </a:extLst>
          </p:cNvPr>
          <p:cNvSpPr txBox="1"/>
          <p:nvPr/>
        </p:nvSpPr>
        <p:spPr>
          <a:xfrm>
            <a:off x="7792922" y="4497548"/>
            <a:ext cx="672775" cy="369332"/>
          </a:xfrm>
          <a:prstGeom prst="rect">
            <a:avLst/>
          </a:prstGeom>
          <a:noFill/>
        </p:spPr>
        <p:txBody>
          <a:bodyPr wrap="square" rtlCol="0">
            <a:spAutoFit/>
          </a:bodyPr>
          <a:lstStyle/>
          <a:p>
            <a:r>
              <a:rPr kumimoji="1" lang="zh-CN" altLang="en-US" dirty="0">
                <a:latin typeface="SimSun" panose="02010600030101010101" pitchFamily="2" charset="-122"/>
                <a:ea typeface="SimSun" panose="02010600030101010101" pitchFamily="2" charset="-122"/>
              </a:rPr>
              <a:t>译码</a:t>
            </a:r>
          </a:p>
        </p:txBody>
      </p:sp>
      <p:cxnSp>
        <p:nvCxnSpPr>
          <p:cNvPr id="55" name="直线箭头连接符 54">
            <a:extLst>
              <a:ext uri="{FF2B5EF4-FFF2-40B4-BE49-F238E27FC236}">
                <a16:creationId xmlns:a16="http://schemas.microsoft.com/office/drawing/2014/main" id="{57FB7056-2A60-9344-9E8D-13FF6A5E9F57}"/>
              </a:ext>
            </a:extLst>
          </p:cNvPr>
          <p:cNvCxnSpPr>
            <a:cxnSpLocks/>
          </p:cNvCxnSpPr>
          <p:nvPr/>
        </p:nvCxnSpPr>
        <p:spPr>
          <a:xfrm>
            <a:off x="9337430" y="4904581"/>
            <a:ext cx="397693"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1328046401"/>
      </p:ext>
    </p:extLst>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20381</TotalTime>
  <Words>245</Words>
  <Application>Microsoft Macintosh PowerPoint</Application>
  <PresentationFormat>宽屏</PresentationFormat>
  <Paragraphs>29</Paragraphs>
  <Slides>2</Slides>
  <Notes>0</Notes>
  <HiddenSlides>0</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2</vt:i4>
      </vt:variant>
    </vt:vector>
  </HeadingPairs>
  <TitlesOfParts>
    <vt:vector size="8" baseType="lpstr">
      <vt:lpstr>等线</vt:lpstr>
      <vt:lpstr>等线 Light</vt:lpstr>
      <vt:lpstr>SimSun</vt:lpstr>
      <vt:lpstr>Arial</vt:lpstr>
      <vt:lpstr>Cambria Math</vt:lpstr>
      <vt:lpstr>Office 主题​​</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刘洋 张</dc:creator>
  <cp:lastModifiedBy>刘洋 张</cp:lastModifiedBy>
  <cp:revision>2</cp:revision>
  <cp:lastPrinted>2026-03-14T06:13:21Z</cp:lastPrinted>
  <dcterms:created xsi:type="dcterms:W3CDTF">2026-03-02T03:27:40Z</dcterms:created>
  <dcterms:modified xsi:type="dcterms:W3CDTF">2026-03-16T07:09:20Z</dcterms:modified>
</cp:coreProperties>
</file>